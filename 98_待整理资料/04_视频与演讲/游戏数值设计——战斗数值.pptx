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handoutMasterIdLst>
    <p:handoutMasterId r:id="rId13"/>
  </p:handoutMasterIdLst>
  <p:sldIdLst>
    <p:sldId id="256" r:id="rId2"/>
    <p:sldId id="264" r:id="rId3"/>
    <p:sldId id="265" r:id="rId4"/>
    <p:sldId id="260" r:id="rId5"/>
    <p:sldId id="258" r:id="rId6"/>
    <p:sldId id="261" r:id="rId7"/>
    <p:sldId id="266" r:id="rId8"/>
    <p:sldId id="268" r:id="rId9"/>
    <p:sldId id="267" r:id="rId10"/>
    <p:sldId id="269"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58610A-AD45-4259-AC95-F89B56B32650}" type="doc">
      <dgm:prSet loTypeId="urn:microsoft.com/office/officeart/2005/8/layout/list1" loCatId="list" qsTypeId="urn:microsoft.com/office/officeart/2005/8/quickstyle/simple1" qsCatId="simple" csTypeId="urn:microsoft.com/office/officeart/2005/8/colors/accent6_4" csCatId="accent6" phldr="1"/>
      <dgm:spPr/>
      <dgm:t>
        <a:bodyPr/>
        <a:lstStyle/>
        <a:p>
          <a:endParaRPr lang="zh-CN" altLang="en-US"/>
        </a:p>
      </dgm:t>
    </dgm:pt>
    <dgm:pt modelId="{2FE5C8BA-ADC6-46B4-8EAE-15339B0B81EB}">
      <dgm:prSet phldrT="[文本]" custT="1">
        <dgm:style>
          <a:lnRef idx="2">
            <a:schemeClr val="accent2">
              <a:shade val="50000"/>
            </a:schemeClr>
          </a:lnRef>
          <a:fillRef idx="1">
            <a:schemeClr val="accent2"/>
          </a:fillRef>
          <a:effectRef idx="0">
            <a:schemeClr val="accent2"/>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r>
            <a:rPr lang="en-US" altLang="zh-CN" sz="1200" dirty="0">
              <a:solidFill>
                <a:schemeClr val="accent6">
                  <a:lumMod val="50000"/>
                </a:schemeClr>
              </a:solidFill>
            </a:rPr>
            <a:t>1.</a:t>
          </a:r>
          <a:r>
            <a:rPr lang="zh-CN" altLang="en-US" sz="1200" dirty="0">
              <a:solidFill>
                <a:schemeClr val="accent6">
                  <a:lumMod val="50000"/>
                </a:schemeClr>
              </a:solidFill>
            </a:rPr>
            <a:t>什么是战斗数值的绝对平衡？</a:t>
          </a:r>
        </a:p>
      </dgm:t>
    </dgm:pt>
    <dgm:pt modelId="{113D8EE2-7791-41EE-B28C-2E51B490B51A}" type="parTrans" cxnId="{1F903E6D-E053-4B66-AAA2-7AD54F5B2E0F}">
      <dgm:prSet/>
      <dgm:spPr/>
      <dgm:t>
        <a:bodyPr/>
        <a:lstStyle/>
        <a:p>
          <a:endParaRPr lang="zh-CN" altLang="en-US" sz="1000"/>
        </a:p>
      </dgm:t>
    </dgm:pt>
    <dgm:pt modelId="{8E6BA884-0DA9-4CCD-93B1-620962191FAE}" type="sibTrans" cxnId="{1F903E6D-E053-4B66-AAA2-7AD54F5B2E0F}">
      <dgm:prSet/>
      <dgm:spPr/>
      <dgm:t>
        <a:bodyPr/>
        <a:lstStyle/>
        <a:p>
          <a:endParaRPr lang="zh-CN" altLang="en-US" sz="1000"/>
        </a:p>
      </dgm:t>
    </dgm:pt>
    <dgm:pt modelId="{BA5C2254-363A-461E-82C7-C73970C3DA0F}">
      <dgm:prSet phldrT="[文本]" custT="1">
        <dgm:style>
          <a:lnRef idx="2">
            <a:schemeClr val="accent2">
              <a:shade val="50000"/>
            </a:schemeClr>
          </a:lnRef>
          <a:fillRef idx="1">
            <a:schemeClr val="accent2"/>
          </a:fillRef>
          <a:effectRef idx="0">
            <a:schemeClr val="accent2"/>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r>
            <a:rPr lang="en-US" altLang="zh-CN" sz="1200" dirty="0">
              <a:solidFill>
                <a:schemeClr val="accent6">
                  <a:lumMod val="50000"/>
                </a:schemeClr>
              </a:solidFill>
            </a:rPr>
            <a:t>4.</a:t>
          </a:r>
          <a:r>
            <a:rPr lang="zh-CN" altLang="en-US" sz="1200" dirty="0">
              <a:solidFill>
                <a:schemeClr val="accent6">
                  <a:lumMod val="50000"/>
                </a:schemeClr>
              </a:solidFill>
            </a:rPr>
            <a:t>影响战斗数值的模块有哪些？（弱化操作影响）</a:t>
          </a:r>
        </a:p>
      </dgm:t>
    </dgm:pt>
    <dgm:pt modelId="{6DF4F2A4-6441-42BB-92FE-F5537423155C}" type="parTrans" cxnId="{FBE2E920-54AC-445E-B716-F9B68720E46B}">
      <dgm:prSet/>
      <dgm:spPr/>
      <dgm:t>
        <a:bodyPr/>
        <a:lstStyle/>
        <a:p>
          <a:endParaRPr lang="zh-CN" altLang="en-US" sz="1000"/>
        </a:p>
      </dgm:t>
    </dgm:pt>
    <dgm:pt modelId="{35E2E509-77FC-4F05-BF74-D7CF90578039}" type="sibTrans" cxnId="{FBE2E920-54AC-445E-B716-F9B68720E46B}">
      <dgm:prSet/>
      <dgm:spPr/>
      <dgm:t>
        <a:bodyPr/>
        <a:lstStyle/>
        <a:p>
          <a:endParaRPr lang="zh-CN" altLang="en-US" sz="1000"/>
        </a:p>
      </dgm:t>
    </dgm:pt>
    <dgm:pt modelId="{B51DB27C-D9CC-4338-8759-C54B3DC3E2EA}">
      <dgm:prSet phldrT="[文本]" custT="1"/>
      <dgm:spPr/>
      <dgm:t>
        <a:bodyPr/>
        <a:lstStyle/>
        <a:p>
          <a:r>
            <a:rPr lang="zh-CN" altLang="en-US" sz="1000" dirty="0"/>
            <a:t>以角色</a:t>
          </a:r>
          <a:r>
            <a:rPr lang="en-US" altLang="zh-CN" sz="1000" dirty="0"/>
            <a:t>A</a:t>
          </a:r>
          <a:r>
            <a:rPr lang="zh-CN" altLang="en-US" sz="1000" dirty="0"/>
            <a:t>和角色</a:t>
          </a:r>
          <a:r>
            <a:rPr lang="en-US" altLang="zh-CN" sz="1000" dirty="0"/>
            <a:t>B</a:t>
          </a:r>
          <a:r>
            <a:rPr lang="zh-CN" altLang="en-US" sz="1000" dirty="0"/>
            <a:t>为例，如果</a:t>
          </a:r>
          <a:r>
            <a:rPr lang="en-US" altLang="zh-CN" sz="1000" dirty="0"/>
            <a:t>A</a:t>
          </a:r>
          <a:r>
            <a:rPr lang="zh-CN" altLang="en-US" sz="1000" dirty="0"/>
            <a:t>和</a:t>
          </a:r>
          <a:r>
            <a:rPr lang="en-US" altLang="zh-CN" sz="1000" dirty="0"/>
            <a:t>B</a:t>
          </a:r>
          <a:r>
            <a:rPr lang="zh-CN" altLang="en-US" sz="1000" dirty="0"/>
            <a:t>在非人为操作失误和无第三方（道具上双方都相同）影响的前提下，双方的战斗结果始终都是同归于尽，那么这就是绝对的平衡。</a:t>
          </a:r>
        </a:p>
      </dgm:t>
    </dgm:pt>
    <dgm:pt modelId="{3D4275C7-47C0-4B44-98EF-E136F3B07795}" type="parTrans" cxnId="{6EDFA209-BE86-4492-8B1E-503348929C8A}">
      <dgm:prSet/>
      <dgm:spPr/>
      <dgm:t>
        <a:bodyPr/>
        <a:lstStyle/>
        <a:p>
          <a:endParaRPr lang="zh-CN" altLang="en-US" sz="1000"/>
        </a:p>
      </dgm:t>
    </dgm:pt>
    <dgm:pt modelId="{09F45666-2D27-4E8C-B85B-70703E1019ED}" type="sibTrans" cxnId="{6EDFA209-BE86-4492-8B1E-503348929C8A}">
      <dgm:prSet/>
      <dgm:spPr/>
      <dgm:t>
        <a:bodyPr/>
        <a:lstStyle/>
        <a:p>
          <a:endParaRPr lang="zh-CN" altLang="en-US" sz="1000"/>
        </a:p>
      </dgm:t>
    </dgm:pt>
    <dgm:pt modelId="{B2E3A62B-187D-4804-B337-426AB3310953}">
      <dgm:prSet phldrT="[文本]" custT="1">
        <dgm:style>
          <a:lnRef idx="2">
            <a:schemeClr val="accent2">
              <a:shade val="50000"/>
            </a:schemeClr>
          </a:lnRef>
          <a:fillRef idx="1">
            <a:schemeClr val="accent2"/>
          </a:fillRef>
          <a:effectRef idx="0">
            <a:schemeClr val="accent2"/>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r>
            <a:rPr lang="en-US" altLang="zh-CN" sz="1200" dirty="0">
              <a:solidFill>
                <a:schemeClr val="accent6">
                  <a:lumMod val="50000"/>
                </a:schemeClr>
              </a:solidFill>
            </a:rPr>
            <a:t>2.</a:t>
          </a:r>
          <a:r>
            <a:rPr lang="zh-CN" altLang="en-US" sz="1200" dirty="0">
              <a:solidFill>
                <a:schemeClr val="accent6">
                  <a:lumMod val="50000"/>
                </a:schemeClr>
              </a:solidFill>
            </a:rPr>
            <a:t>战斗数值是否平衡的衡量标准是什么？</a:t>
          </a:r>
        </a:p>
      </dgm:t>
    </dgm:pt>
    <dgm:pt modelId="{7688470B-38EA-4A68-96BB-FCD4E231E0FE}" type="parTrans" cxnId="{C1AE8C54-7D6F-4FAF-AF71-1185E19EBC9F}">
      <dgm:prSet/>
      <dgm:spPr/>
      <dgm:t>
        <a:bodyPr/>
        <a:lstStyle/>
        <a:p>
          <a:endParaRPr lang="zh-CN" altLang="en-US" sz="1000"/>
        </a:p>
      </dgm:t>
    </dgm:pt>
    <dgm:pt modelId="{AF2402B0-2AE1-4EC3-84BB-BE26ED6BAA25}" type="sibTrans" cxnId="{C1AE8C54-7D6F-4FAF-AF71-1185E19EBC9F}">
      <dgm:prSet/>
      <dgm:spPr/>
      <dgm:t>
        <a:bodyPr/>
        <a:lstStyle/>
        <a:p>
          <a:endParaRPr lang="zh-CN" altLang="en-US" sz="1000"/>
        </a:p>
      </dgm:t>
    </dgm:pt>
    <dgm:pt modelId="{C13CB8A9-5DA3-450C-BAE8-D8FF89B18ED3}">
      <dgm:prSet phldrT="[文本]" custT="1"/>
      <dgm:spPr/>
      <dgm:t>
        <a:bodyPr/>
        <a:lstStyle/>
        <a:p>
          <a:r>
            <a:rPr lang="zh-CN" altLang="en-US" sz="1000" dirty="0"/>
            <a:t>从上一个问题的答案中我们可以明确知道，战斗结果就是衡量标准。而在我们的模拟中，战斗结果通常被称作攻击次数或者回合数。在攻速影响下，回合数需要转换为时间做最后的平衡验证。</a:t>
          </a:r>
        </a:p>
      </dgm:t>
    </dgm:pt>
    <dgm:pt modelId="{147D88FA-9444-4781-A505-FD21B3FAE406}" type="parTrans" cxnId="{4849C7AA-7A4C-474E-BC6A-8C71AF0EBA08}">
      <dgm:prSet/>
      <dgm:spPr/>
      <dgm:t>
        <a:bodyPr/>
        <a:lstStyle/>
        <a:p>
          <a:endParaRPr lang="zh-CN" altLang="en-US" sz="1000"/>
        </a:p>
      </dgm:t>
    </dgm:pt>
    <dgm:pt modelId="{040C1C18-38DE-4A95-8B0D-C97BD6989ADB}" type="sibTrans" cxnId="{4849C7AA-7A4C-474E-BC6A-8C71AF0EBA08}">
      <dgm:prSet/>
      <dgm:spPr/>
      <dgm:t>
        <a:bodyPr/>
        <a:lstStyle/>
        <a:p>
          <a:endParaRPr lang="zh-CN" altLang="en-US" sz="1000"/>
        </a:p>
      </dgm:t>
    </dgm:pt>
    <dgm:pt modelId="{848B53CC-280A-4565-8308-AA82F37012D9}">
      <dgm:prSet phldrT="[文本]" custT="1">
        <dgm:style>
          <a:lnRef idx="2">
            <a:schemeClr val="accent2">
              <a:shade val="50000"/>
            </a:schemeClr>
          </a:lnRef>
          <a:fillRef idx="1">
            <a:schemeClr val="accent2"/>
          </a:fillRef>
          <a:effectRef idx="0">
            <a:schemeClr val="accent2"/>
          </a:effectRef>
          <a:fontRef idx="minor">
            <a:schemeClr val="lt1"/>
          </a:fontRef>
        </dgm:style>
      </dgm:prSet>
      <dgm:spPr>
        <a:solidFill>
          <a:schemeClr val="accent6">
            <a:lumMod val="60000"/>
            <a:lumOff val="40000"/>
          </a:schemeClr>
        </a:solidFill>
        <a:ln>
          <a:solidFill>
            <a:schemeClr val="accent6">
              <a:lumMod val="75000"/>
            </a:schemeClr>
          </a:solidFill>
        </a:ln>
      </dgm:spPr>
      <dgm:t>
        <a:bodyPr/>
        <a:lstStyle/>
        <a:p>
          <a:r>
            <a:rPr lang="en-US" altLang="zh-CN" sz="1200" dirty="0">
              <a:solidFill>
                <a:schemeClr val="accent6">
                  <a:lumMod val="50000"/>
                </a:schemeClr>
              </a:solidFill>
            </a:rPr>
            <a:t>3.</a:t>
          </a:r>
          <a:r>
            <a:rPr lang="zh-CN" altLang="en-US" sz="1200" dirty="0">
              <a:solidFill>
                <a:schemeClr val="accent6">
                  <a:lumMod val="50000"/>
                </a:schemeClr>
              </a:solidFill>
            </a:rPr>
            <a:t>什么是相对平衡？</a:t>
          </a:r>
        </a:p>
      </dgm:t>
    </dgm:pt>
    <dgm:pt modelId="{90AE3C37-7CC7-4F07-917A-000003B945AF}" type="parTrans" cxnId="{41EE2118-8D49-4AB4-80F1-E27DE411500D}">
      <dgm:prSet/>
      <dgm:spPr/>
      <dgm:t>
        <a:bodyPr/>
        <a:lstStyle/>
        <a:p>
          <a:endParaRPr lang="zh-CN" altLang="en-US" sz="1000"/>
        </a:p>
      </dgm:t>
    </dgm:pt>
    <dgm:pt modelId="{B0E13CD3-A604-4988-93E8-0CE3156B0548}" type="sibTrans" cxnId="{41EE2118-8D49-4AB4-80F1-E27DE411500D}">
      <dgm:prSet/>
      <dgm:spPr/>
      <dgm:t>
        <a:bodyPr/>
        <a:lstStyle/>
        <a:p>
          <a:endParaRPr lang="zh-CN" altLang="en-US" sz="1000"/>
        </a:p>
      </dgm:t>
    </dgm:pt>
    <dgm:pt modelId="{2D038F3F-EB0C-4455-AAAF-BEA78668C1E7}">
      <dgm:prSet phldrT="[文本]" custT="1"/>
      <dgm:spPr/>
      <dgm:t>
        <a:bodyPr/>
        <a:lstStyle/>
        <a:p>
          <a:r>
            <a:rPr lang="zh-CN" altLang="en-US" sz="1000" dirty="0"/>
            <a:t>这里只举两个例子，并且玩家都是普通玩家。</a:t>
          </a:r>
        </a:p>
      </dgm:t>
    </dgm:pt>
    <dgm:pt modelId="{04EA9DE7-A997-4234-B137-827A7ECE0B6A}" type="parTrans" cxnId="{3C5081B2-C419-4A70-A4B6-303B2872BF10}">
      <dgm:prSet/>
      <dgm:spPr/>
      <dgm:t>
        <a:bodyPr/>
        <a:lstStyle/>
        <a:p>
          <a:endParaRPr lang="zh-CN" altLang="en-US" sz="1000"/>
        </a:p>
      </dgm:t>
    </dgm:pt>
    <dgm:pt modelId="{152A5070-0CC2-4294-9AEF-2C5A35358C1A}" type="sibTrans" cxnId="{3C5081B2-C419-4A70-A4B6-303B2872BF10}">
      <dgm:prSet/>
      <dgm:spPr/>
      <dgm:t>
        <a:bodyPr/>
        <a:lstStyle/>
        <a:p>
          <a:endParaRPr lang="zh-CN" altLang="en-US" sz="1000"/>
        </a:p>
      </dgm:t>
    </dgm:pt>
    <dgm:pt modelId="{E9A92CA8-B115-4E44-AF3E-3CE57B1CE323}">
      <dgm:prSet phldrT="[文本]" custT="1"/>
      <dgm:spPr/>
      <dgm:t>
        <a:bodyPr/>
        <a:lstStyle/>
        <a:p>
          <a:r>
            <a:rPr lang="en-US" altLang="zh-CN" sz="1000" dirty="0"/>
            <a:t>1.</a:t>
          </a:r>
          <a:r>
            <a:rPr lang="zh-CN" altLang="en-US" sz="1000" dirty="0"/>
            <a:t>在不同等级段内的同级别</a:t>
          </a:r>
          <a:r>
            <a:rPr lang="en-US" altLang="zh-CN" sz="1000" dirty="0"/>
            <a:t>PK</a:t>
          </a:r>
          <a:r>
            <a:rPr lang="zh-CN" altLang="en-US" sz="1000" dirty="0"/>
            <a:t>时，战斗双方互有强势阶段，可以算是相对平衡（满级满属性后依靠操作或其它外力保证互有胜负）；</a:t>
          </a:r>
        </a:p>
      </dgm:t>
    </dgm:pt>
    <dgm:pt modelId="{54EA1BF7-F806-488D-B471-6CA450A6733B}" type="parTrans" cxnId="{A4547B6C-9A94-4E31-AFAD-5AD04FEC6C5A}">
      <dgm:prSet/>
      <dgm:spPr/>
      <dgm:t>
        <a:bodyPr/>
        <a:lstStyle/>
        <a:p>
          <a:endParaRPr lang="zh-CN" altLang="en-US"/>
        </a:p>
      </dgm:t>
    </dgm:pt>
    <dgm:pt modelId="{55B1935E-31D0-4299-A3F2-A663E3DDE1D0}" type="sibTrans" cxnId="{A4547B6C-9A94-4E31-AFAD-5AD04FEC6C5A}">
      <dgm:prSet/>
      <dgm:spPr/>
      <dgm:t>
        <a:bodyPr/>
        <a:lstStyle/>
        <a:p>
          <a:endParaRPr lang="zh-CN" altLang="en-US"/>
        </a:p>
      </dgm:t>
    </dgm:pt>
    <dgm:pt modelId="{11FAC5D5-6236-40B0-93AC-4153F59AFD4D}">
      <dgm:prSet phldrT="[文本]" custT="1"/>
      <dgm:spPr/>
      <dgm:t>
        <a:bodyPr/>
        <a:lstStyle/>
        <a:p>
          <a:r>
            <a:rPr lang="en-US" altLang="zh-CN" sz="1000" dirty="0"/>
            <a:t>2.PK</a:t>
          </a:r>
          <a:r>
            <a:rPr lang="zh-CN" altLang="en-US" sz="1000" dirty="0"/>
            <a:t>能力不行但</a:t>
          </a:r>
          <a:r>
            <a:rPr lang="en-US" altLang="zh-CN" sz="1000" dirty="0"/>
            <a:t>PVE</a:t>
          </a:r>
          <a:r>
            <a:rPr lang="zh-CN" altLang="en-US" sz="1000" dirty="0"/>
            <a:t>能力较强，以等级优势来保证</a:t>
          </a:r>
          <a:r>
            <a:rPr lang="en-US" altLang="zh-CN" sz="1000" dirty="0"/>
            <a:t>PK</a:t>
          </a:r>
          <a:r>
            <a:rPr lang="zh-CN" altLang="en-US" sz="1000" dirty="0"/>
            <a:t>上的胜率，也可以算是相对平衡（满级满属性后其价值就不在</a:t>
          </a:r>
          <a:r>
            <a:rPr lang="en-US" altLang="zh-CN" sz="1000" dirty="0"/>
            <a:t>1V1</a:t>
          </a:r>
          <a:r>
            <a:rPr lang="zh-CN" altLang="en-US" sz="1000" dirty="0"/>
            <a:t>中体现，可以用其它方面的优势来弥补，如团队中的价值）。</a:t>
          </a:r>
        </a:p>
      </dgm:t>
    </dgm:pt>
    <dgm:pt modelId="{09437AA2-7325-4A85-8C6E-8152D775C28D}" type="parTrans" cxnId="{31B2EEEE-A47B-4161-A0FD-7DF34C07DAC1}">
      <dgm:prSet/>
      <dgm:spPr/>
      <dgm:t>
        <a:bodyPr/>
        <a:lstStyle/>
        <a:p>
          <a:endParaRPr lang="zh-CN" altLang="en-US"/>
        </a:p>
      </dgm:t>
    </dgm:pt>
    <dgm:pt modelId="{14FBF451-1617-4AC5-BFE4-E4A4979AD7E7}" type="sibTrans" cxnId="{31B2EEEE-A47B-4161-A0FD-7DF34C07DAC1}">
      <dgm:prSet/>
      <dgm:spPr/>
      <dgm:t>
        <a:bodyPr/>
        <a:lstStyle/>
        <a:p>
          <a:endParaRPr lang="zh-CN" altLang="en-US"/>
        </a:p>
      </dgm:t>
    </dgm:pt>
    <dgm:pt modelId="{A1780CDA-6838-47F1-BD13-1C3A95C06894}">
      <dgm:prSet phldrT="[文本]" custT="1"/>
      <dgm:spPr/>
      <dgm:t>
        <a:bodyPr/>
        <a:lstStyle/>
        <a:p>
          <a:r>
            <a:rPr lang="en-US" altLang="zh-CN" sz="1000" dirty="0"/>
            <a:t>1.</a:t>
          </a:r>
          <a:r>
            <a:rPr lang="zh-CN" altLang="en-US" sz="1000" dirty="0"/>
            <a:t>角色总属性（裸装属性及其它系统带来的角色属性加成）；</a:t>
          </a:r>
        </a:p>
      </dgm:t>
    </dgm:pt>
    <dgm:pt modelId="{F07080A0-9512-4407-BE75-EE289290E476}" type="parTrans" cxnId="{959D3A44-8A3D-4611-A4F3-C3B3121A4E4B}">
      <dgm:prSet/>
      <dgm:spPr/>
      <dgm:t>
        <a:bodyPr/>
        <a:lstStyle/>
        <a:p>
          <a:endParaRPr lang="zh-CN" altLang="en-US"/>
        </a:p>
      </dgm:t>
    </dgm:pt>
    <dgm:pt modelId="{B8C0AE39-10A4-4B53-8A15-75D7AD6B9385}" type="sibTrans" cxnId="{959D3A44-8A3D-4611-A4F3-C3B3121A4E4B}">
      <dgm:prSet/>
      <dgm:spPr/>
      <dgm:t>
        <a:bodyPr/>
        <a:lstStyle/>
        <a:p>
          <a:endParaRPr lang="zh-CN" altLang="en-US"/>
        </a:p>
      </dgm:t>
    </dgm:pt>
    <dgm:pt modelId="{FEC56A57-6C4D-42E2-BF63-076B80A5B1F7}">
      <dgm:prSet phldrT="[文本]" custT="1"/>
      <dgm:spPr/>
      <dgm:t>
        <a:bodyPr/>
        <a:lstStyle/>
        <a:p>
          <a:r>
            <a:rPr lang="en-US" altLang="zh-CN" sz="1000" dirty="0"/>
            <a:t>2.</a:t>
          </a:r>
          <a:r>
            <a:rPr lang="zh-CN" altLang="en-US" sz="1000" dirty="0"/>
            <a:t>角色技能；</a:t>
          </a:r>
        </a:p>
      </dgm:t>
    </dgm:pt>
    <dgm:pt modelId="{E15C6357-E186-4F16-A88E-F1F9A00CEBE2}" type="parTrans" cxnId="{39F7BC92-AC11-4134-8F6D-F63E5232FF3A}">
      <dgm:prSet/>
      <dgm:spPr/>
      <dgm:t>
        <a:bodyPr/>
        <a:lstStyle/>
        <a:p>
          <a:endParaRPr lang="zh-CN" altLang="en-US"/>
        </a:p>
      </dgm:t>
    </dgm:pt>
    <dgm:pt modelId="{7DC954FA-C6D0-4787-ABCC-159BC8DD9AB3}" type="sibTrans" cxnId="{39F7BC92-AC11-4134-8F6D-F63E5232FF3A}">
      <dgm:prSet/>
      <dgm:spPr/>
      <dgm:t>
        <a:bodyPr/>
        <a:lstStyle/>
        <a:p>
          <a:endParaRPr lang="zh-CN" altLang="en-US"/>
        </a:p>
      </dgm:t>
    </dgm:pt>
    <dgm:pt modelId="{BA41A5B6-8D0A-48A9-8F63-B30266B07A0A}">
      <dgm:prSet phldrT="[文本]" custT="1"/>
      <dgm:spPr/>
      <dgm:t>
        <a:bodyPr/>
        <a:lstStyle/>
        <a:p>
          <a:r>
            <a:rPr lang="en-US" altLang="zh-CN" sz="1000" dirty="0"/>
            <a:t>3.</a:t>
          </a:r>
          <a:r>
            <a:rPr lang="zh-CN" altLang="en-US" sz="1000" dirty="0"/>
            <a:t>战斗道具；</a:t>
          </a:r>
        </a:p>
      </dgm:t>
    </dgm:pt>
    <dgm:pt modelId="{29FBC33B-98AD-4D18-BB54-F3C016CC3176}" type="parTrans" cxnId="{EBD428DE-5793-49A0-8175-B6C86572C1E9}">
      <dgm:prSet/>
      <dgm:spPr/>
      <dgm:t>
        <a:bodyPr/>
        <a:lstStyle/>
        <a:p>
          <a:endParaRPr lang="zh-CN" altLang="en-US"/>
        </a:p>
      </dgm:t>
    </dgm:pt>
    <dgm:pt modelId="{0A006D9A-0E1A-4A2C-A971-AD4A41189CDE}" type="sibTrans" cxnId="{EBD428DE-5793-49A0-8175-B6C86572C1E9}">
      <dgm:prSet/>
      <dgm:spPr/>
      <dgm:t>
        <a:bodyPr/>
        <a:lstStyle/>
        <a:p>
          <a:endParaRPr lang="zh-CN" altLang="en-US"/>
        </a:p>
      </dgm:t>
    </dgm:pt>
    <dgm:pt modelId="{68DEC60D-296E-4B99-BE05-829EF1139668}">
      <dgm:prSet phldrT="[文本]" custT="1"/>
      <dgm:spPr/>
      <dgm:t>
        <a:bodyPr/>
        <a:lstStyle/>
        <a:p>
          <a:r>
            <a:rPr lang="en-US" altLang="zh-CN" sz="1000" dirty="0"/>
            <a:t>4.</a:t>
          </a:r>
          <a:r>
            <a:rPr lang="zh-CN" altLang="en-US" sz="1000" dirty="0"/>
            <a:t>概率属性影响。</a:t>
          </a:r>
        </a:p>
      </dgm:t>
    </dgm:pt>
    <dgm:pt modelId="{56BA33CE-73B5-4AD6-85A8-7916CAC81673}" type="parTrans" cxnId="{34292211-8B85-4901-9746-0F847D7D2BB3}">
      <dgm:prSet/>
      <dgm:spPr/>
      <dgm:t>
        <a:bodyPr/>
        <a:lstStyle/>
        <a:p>
          <a:endParaRPr lang="zh-CN" altLang="en-US"/>
        </a:p>
      </dgm:t>
    </dgm:pt>
    <dgm:pt modelId="{66741877-0486-4803-B07B-F0B274AF2E53}" type="sibTrans" cxnId="{34292211-8B85-4901-9746-0F847D7D2BB3}">
      <dgm:prSet/>
      <dgm:spPr/>
      <dgm:t>
        <a:bodyPr/>
        <a:lstStyle/>
        <a:p>
          <a:endParaRPr lang="zh-CN" altLang="en-US"/>
        </a:p>
      </dgm:t>
    </dgm:pt>
    <dgm:pt modelId="{9DAD1E75-B489-471C-B178-45F8C496E108}">
      <dgm:prSet phldrT="[文本]" custT="1"/>
      <dgm:spPr>
        <a:solidFill>
          <a:schemeClr val="accent6">
            <a:lumMod val="60000"/>
            <a:lumOff val="40000"/>
          </a:schemeClr>
        </a:solidFill>
        <a:ln>
          <a:solidFill>
            <a:schemeClr val="accent6">
              <a:lumMod val="75000"/>
            </a:schemeClr>
          </a:solidFill>
        </a:ln>
      </dgm:spPr>
      <dgm:t>
        <a:bodyPr/>
        <a:lstStyle/>
        <a:p>
          <a:r>
            <a:rPr lang="en-US" altLang="zh-CN" sz="1200" dirty="0">
              <a:solidFill>
                <a:schemeClr val="accent6">
                  <a:lumMod val="50000"/>
                </a:schemeClr>
              </a:solidFill>
            </a:rPr>
            <a:t>5.</a:t>
          </a:r>
          <a:r>
            <a:rPr lang="zh-CN" altLang="en-US" sz="1200" dirty="0">
              <a:solidFill>
                <a:schemeClr val="accent6">
                  <a:lumMod val="50000"/>
                </a:schemeClr>
              </a:solidFill>
            </a:rPr>
            <a:t>玩家行为导致角色出现实际差异的因素？</a:t>
          </a:r>
        </a:p>
      </dgm:t>
    </dgm:pt>
    <dgm:pt modelId="{9C45C6C3-4B6C-4FD6-99F0-212716FCEE8F}" type="parTrans" cxnId="{10339970-B883-43EB-994D-B88D7EA636AC}">
      <dgm:prSet/>
      <dgm:spPr/>
      <dgm:t>
        <a:bodyPr/>
        <a:lstStyle/>
        <a:p>
          <a:endParaRPr lang="zh-CN" altLang="en-US"/>
        </a:p>
      </dgm:t>
    </dgm:pt>
    <dgm:pt modelId="{5E7F6682-2C37-4499-8A76-1997A83C0C77}" type="sibTrans" cxnId="{10339970-B883-43EB-994D-B88D7EA636AC}">
      <dgm:prSet/>
      <dgm:spPr/>
      <dgm:t>
        <a:bodyPr/>
        <a:lstStyle/>
        <a:p>
          <a:endParaRPr lang="zh-CN" altLang="en-US"/>
        </a:p>
      </dgm:t>
    </dgm:pt>
    <dgm:pt modelId="{11EAB862-A13D-4A32-AD74-6E14C74F7924}">
      <dgm:prSet phldrT="[文本]" custT="1"/>
      <dgm:spPr/>
      <dgm:t>
        <a:bodyPr/>
        <a:lstStyle/>
        <a:p>
          <a:r>
            <a:rPr lang="en-US" altLang="zh-CN" sz="1000" dirty="0"/>
            <a:t>1.</a:t>
          </a:r>
          <a:r>
            <a:rPr lang="zh-CN" altLang="en-US" sz="1000" dirty="0"/>
            <a:t>角色等级影响；</a:t>
          </a:r>
        </a:p>
      </dgm:t>
    </dgm:pt>
    <dgm:pt modelId="{3A5D8A82-A94A-47D9-A638-C1EA077F205A}" type="parTrans" cxnId="{620F456D-FDB8-4779-8709-0A9D65C98D51}">
      <dgm:prSet/>
      <dgm:spPr/>
      <dgm:t>
        <a:bodyPr/>
        <a:lstStyle/>
        <a:p>
          <a:endParaRPr lang="zh-CN" altLang="en-US"/>
        </a:p>
      </dgm:t>
    </dgm:pt>
    <dgm:pt modelId="{C8C6BA25-D685-48EA-9AF0-69CEF3E9DDFE}" type="sibTrans" cxnId="{620F456D-FDB8-4779-8709-0A9D65C98D51}">
      <dgm:prSet/>
      <dgm:spPr/>
      <dgm:t>
        <a:bodyPr/>
        <a:lstStyle/>
        <a:p>
          <a:endParaRPr lang="zh-CN" altLang="en-US"/>
        </a:p>
      </dgm:t>
    </dgm:pt>
    <dgm:pt modelId="{FA8F5B9E-8FA1-4FB3-A0F7-F577A321FAD4}">
      <dgm:prSet phldrT="[文本]" custT="1"/>
      <dgm:spPr/>
      <dgm:t>
        <a:bodyPr/>
        <a:lstStyle/>
        <a:p>
          <a:r>
            <a:rPr lang="en-US" altLang="zh-CN" sz="1000" dirty="0"/>
            <a:t>2.</a:t>
          </a:r>
          <a:r>
            <a:rPr lang="zh-CN" altLang="en-US" sz="1000" dirty="0"/>
            <a:t>各系统带来的属性加成影响；</a:t>
          </a:r>
        </a:p>
      </dgm:t>
    </dgm:pt>
    <dgm:pt modelId="{C4B9CA5E-AE2B-45F8-A94A-5F432BCE88D1}" type="parTrans" cxnId="{D1D6F22A-CD22-40E6-AFD5-7F7AF09F86DC}">
      <dgm:prSet/>
      <dgm:spPr/>
      <dgm:t>
        <a:bodyPr/>
        <a:lstStyle/>
        <a:p>
          <a:endParaRPr lang="zh-CN" altLang="en-US"/>
        </a:p>
      </dgm:t>
    </dgm:pt>
    <dgm:pt modelId="{92467EBC-4E28-4930-83E8-17ACDCA6BB71}" type="sibTrans" cxnId="{D1D6F22A-CD22-40E6-AFD5-7F7AF09F86DC}">
      <dgm:prSet/>
      <dgm:spPr/>
      <dgm:t>
        <a:bodyPr/>
        <a:lstStyle/>
        <a:p>
          <a:endParaRPr lang="zh-CN" altLang="en-US"/>
        </a:p>
      </dgm:t>
    </dgm:pt>
    <dgm:pt modelId="{38239C3F-1B73-43D0-B360-C864AE47CE86}">
      <dgm:prSet phldrT="[文本]" custT="1"/>
      <dgm:spPr/>
      <dgm:t>
        <a:bodyPr/>
        <a:lstStyle/>
        <a:p>
          <a:r>
            <a:rPr lang="zh-CN" altLang="en-US" sz="1000" dirty="0"/>
            <a:t>技能的差异归为第</a:t>
          </a:r>
          <a:r>
            <a:rPr lang="en-US" altLang="zh-CN" sz="1000" dirty="0"/>
            <a:t>4</a:t>
          </a:r>
          <a:r>
            <a:rPr lang="zh-CN" altLang="en-US" sz="1000" dirty="0"/>
            <a:t>问中，这里就不管它了。</a:t>
          </a:r>
        </a:p>
      </dgm:t>
    </dgm:pt>
    <dgm:pt modelId="{20EB583E-7A72-4BD4-8F6C-837956BD2BF8}" type="parTrans" cxnId="{D8D80C66-B65C-4C10-892A-EADCD5F62EAD}">
      <dgm:prSet/>
      <dgm:spPr/>
      <dgm:t>
        <a:bodyPr/>
        <a:lstStyle/>
        <a:p>
          <a:endParaRPr lang="zh-CN" altLang="en-US"/>
        </a:p>
      </dgm:t>
    </dgm:pt>
    <dgm:pt modelId="{DC37CD34-E6A4-44D9-86A7-9BBCC46E44FF}" type="sibTrans" cxnId="{D8D80C66-B65C-4C10-892A-EADCD5F62EAD}">
      <dgm:prSet/>
      <dgm:spPr/>
      <dgm:t>
        <a:bodyPr/>
        <a:lstStyle/>
        <a:p>
          <a:endParaRPr lang="zh-CN" altLang="en-US"/>
        </a:p>
      </dgm:t>
    </dgm:pt>
    <dgm:pt modelId="{FB4D12BC-AD08-45B6-9844-BC0B58A2725B}" type="pres">
      <dgm:prSet presAssocID="{CD58610A-AD45-4259-AC95-F89B56B32650}" presName="linear" presStyleCnt="0">
        <dgm:presLayoutVars>
          <dgm:dir/>
          <dgm:animLvl val="lvl"/>
          <dgm:resizeHandles val="exact"/>
        </dgm:presLayoutVars>
      </dgm:prSet>
      <dgm:spPr/>
    </dgm:pt>
    <dgm:pt modelId="{88D88062-6B39-443A-9A9A-3C227AA7519C}" type="pres">
      <dgm:prSet presAssocID="{2FE5C8BA-ADC6-46B4-8EAE-15339B0B81EB}" presName="parentLin" presStyleCnt="0"/>
      <dgm:spPr/>
    </dgm:pt>
    <dgm:pt modelId="{6A58FAD8-D8FB-4CAF-8FD1-4F3C7F236FD3}" type="pres">
      <dgm:prSet presAssocID="{2FE5C8BA-ADC6-46B4-8EAE-15339B0B81EB}" presName="parentLeftMargin" presStyleLbl="node1" presStyleIdx="0" presStyleCnt="5"/>
      <dgm:spPr/>
    </dgm:pt>
    <dgm:pt modelId="{35C81E9F-C31D-4A2B-93E9-FCA453B9A171}" type="pres">
      <dgm:prSet presAssocID="{2FE5C8BA-ADC6-46B4-8EAE-15339B0B81EB}" presName="parentText" presStyleLbl="node1" presStyleIdx="0" presStyleCnt="5">
        <dgm:presLayoutVars>
          <dgm:chMax val="0"/>
          <dgm:bulletEnabled val="1"/>
        </dgm:presLayoutVars>
      </dgm:prSet>
      <dgm:spPr/>
    </dgm:pt>
    <dgm:pt modelId="{192FD9AA-7F88-4BB0-A1BD-DB4237085AB1}" type="pres">
      <dgm:prSet presAssocID="{2FE5C8BA-ADC6-46B4-8EAE-15339B0B81EB}" presName="negativeSpace" presStyleCnt="0"/>
      <dgm:spPr/>
    </dgm:pt>
    <dgm:pt modelId="{0C423C4F-225F-4A23-AB4B-0C34B36BF65F}" type="pres">
      <dgm:prSet presAssocID="{2FE5C8BA-ADC6-46B4-8EAE-15339B0B81EB}" presName="childText" presStyleLbl="conFgAcc1" presStyleIdx="0" presStyleCnt="5">
        <dgm:presLayoutVars>
          <dgm:bulletEnabled val="1"/>
        </dgm:presLayoutVars>
      </dgm:prSet>
      <dgm:spPr/>
    </dgm:pt>
    <dgm:pt modelId="{2782988C-DC2C-4FB8-B9F0-0AAEB10C8283}" type="pres">
      <dgm:prSet presAssocID="{8E6BA884-0DA9-4CCD-93B1-620962191FAE}" presName="spaceBetweenRectangles" presStyleCnt="0"/>
      <dgm:spPr/>
    </dgm:pt>
    <dgm:pt modelId="{68837F06-7F13-4A95-AF01-D53FC1C8341B}" type="pres">
      <dgm:prSet presAssocID="{B2E3A62B-187D-4804-B337-426AB3310953}" presName="parentLin" presStyleCnt="0"/>
      <dgm:spPr/>
    </dgm:pt>
    <dgm:pt modelId="{148657CE-E140-4463-AFF3-FA52832B3F26}" type="pres">
      <dgm:prSet presAssocID="{B2E3A62B-187D-4804-B337-426AB3310953}" presName="parentLeftMargin" presStyleLbl="node1" presStyleIdx="0" presStyleCnt="5"/>
      <dgm:spPr/>
    </dgm:pt>
    <dgm:pt modelId="{FD62A6B8-8E0E-4610-AAFF-F9E38646D974}" type="pres">
      <dgm:prSet presAssocID="{B2E3A62B-187D-4804-B337-426AB3310953}" presName="parentText" presStyleLbl="node1" presStyleIdx="1" presStyleCnt="5">
        <dgm:presLayoutVars>
          <dgm:chMax val="0"/>
          <dgm:bulletEnabled val="1"/>
        </dgm:presLayoutVars>
      </dgm:prSet>
      <dgm:spPr/>
    </dgm:pt>
    <dgm:pt modelId="{5499056D-1D3A-44CC-ADD8-D198E8FF29EC}" type="pres">
      <dgm:prSet presAssocID="{B2E3A62B-187D-4804-B337-426AB3310953}" presName="negativeSpace" presStyleCnt="0"/>
      <dgm:spPr/>
    </dgm:pt>
    <dgm:pt modelId="{41BEE5E9-B537-4770-B9EB-3EF06F6208C0}" type="pres">
      <dgm:prSet presAssocID="{B2E3A62B-187D-4804-B337-426AB3310953}" presName="childText" presStyleLbl="conFgAcc1" presStyleIdx="1" presStyleCnt="5">
        <dgm:presLayoutVars>
          <dgm:bulletEnabled val="1"/>
        </dgm:presLayoutVars>
      </dgm:prSet>
      <dgm:spPr/>
    </dgm:pt>
    <dgm:pt modelId="{DD362AA0-E603-42A2-B55B-C698F702E3E8}" type="pres">
      <dgm:prSet presAssocID="{AF2402B0-2AE1-4EC3-84BB-BE26ED6BAA25}" presName="spaceBetweenRectangles" presStyleCnt="0"/>
      <dgm:spPr/>
    </dgm:pt>
    <dgm:pt modelId="{314ED5C7-EE81-4C10-92DC-D361AFCB3B0F}" type="pres">
      <dgm:prSet presAssocID="{848B53CC-280A-4565-8308-AA82F37012D9}" presName="parentLin" presStyleCnt="0"/>
      <dgm:spPr/>
    </dgm:pt>
    <dgm:pt modelId="{06902AAA-561A-4CA3-891B-0414DDA3FD05}" type="pres">
      <dgm:prSet presAssocID="{848B53CC-280A-4565-8308-AA82F37012D9}" presName="parentLeftMargin" presStyleLbl="node1" presStyleIdx="1" presStyleCnt="5"/>
      <dgm:spPr/>
    </dgm:pt>
    <dgm:pt modelId="{B84F76E5-0F79-4F6B-8EF9-2FB767AFAE6C}" type="pres">
      <dgm:prSet presAssocID="{848B53CC-280A-4565-8308-AA82F37012D9}" presName="parentText" presStyleLbl="node1" presStyleIdx="2" presStyleCnt="5">
        <dgm:presLayoutVars>
          <dgm:chMax val="0"/>
          <dgm:bulletEnabled val="1"/>
        </dgm:presLayoutVars>
      </dgm:prSet>
      <dgm:spPr/>
    </dgm:pt>
    <dgm:pt modelId="{65AF77DC-EAF3-4656-B74C-FE2606A25372}" type="pres">
      <dgm:prSet presAssocID="{848B53CC-280A-4565-8308-AA82F37012D9}" presName="negativeSpace" presStyleCnt="0"/>
      <dgm:spPr/>
    </dgm:pt>
    <dgm:pt modelId="{1A0E6810-85ED-4B80-BD25-629CC6CAAED9}" type="pres">
      <dgm:prSet presAssocID="{848B53CC-280A-4565-8308-AA82F37012D9}" presName="childText" presStyleLbl="conFgAcc1" presStyleIdx="2" presStyleCnt="5">
        <dgm:presLayoutVars>
          <dgm:bulletEnabled val="1"/>
        </dgm:presLayoutVars>
      </dgm:prSet>
      <dgm:spPr/>
    </dgm:pt>
    <dgm:pt modelId="{ED94F4A4-5483-4F02-BF65-CD1DF2292AED}" type="pres">
      <dgm:prSet presAssocID="{B0E13CD3-A604-4988-93E8-0CE3156B0548}" presName="spaceBetweenRectangles" presStyleCnt="0"/>
      <dgm:spPr/>
    </dgm:pt>
    <dgm:pt modelId="{233E2D5D-8A91-4822-BFB0-F94A82FA1AE2}" type="pres">
      <dgm:prSet presAssocID="{BA5C2254-363A-461E-82C7-C73970C3DA0F}" presName="parentLin" presStyleCnt="0"/>
      <dgm:spPr/>
    </dgm:pt>
    <dgm:pt modelId="{6640AFF1-A0C5-441D-9CEE-3DBE89CA70F9}" type="pres">
      <dgm:prSet presAssocID="{BA5C2254-363A-461E-82C7-C73970C3DA0F}" presName="parentLeftMargin" presStyleLbl="node1" presStyleIdx="2" presStyleCnt="5"/>
      <dgm:spPr/>
    </dgm:pt>
    <dgm:pt modelId="{5A669808-43AC-488B-ABBA-EEA391D80730}" type="pres">
      <dgm:prSet presAssocID="{BA5C2254-363A-461E-82C7-C73970C3DA0F}" presName="parentText" presStyleLbl="node1" presStyleIdx="3" presStyleCnt="5">
        <dgm:presLayoutVars>
          <dgm:chMax val="0"/>
          <dgm:bulletEnabled val="1"/>
        </dgm:presLayoutVars>
      </dgm:prSet>
      <dgm:spPr/>
    </dgm:pt>
    <dgm:pt modelId="{8157F6E9-8BAB-498F-A1CD-E5EA62ABBA82}" type="pres">
      <dgm:prSet presAssocID="{BA5C2254-363A-461E-82C7-C73970C3DA0F}" presName="negativeSpace" presStyleCnt="0"/>
      <dgm:spPr/>
    </dgm:pt>
    <dgm:pt modelId="{5DC0A892-EA02-4EB7-8150-6BF9A489B0CD}" type="pres">
      <dgm:prSet presAssocID="{BA5C2254-363A-461E-82C7-C73970C3DA0F}" presName="childText" presStyleLbl="conFgAcc1" presStyleIdx="3" presStyleCnt="5">
        <dgm:presLayoutVars>
          <dgm:bulletEnabled val="1"/>
        </dgm:presLayoutVars>
      </dgm:prSet>
      <dgm:spPr/>
    </dgm:pt>
    <dgm:pt modelId="{F4185A87-D342-4A17-9AC4-3713231BC531}" type="pres">
      <dgm:prSet presAssocID="{35E2E509-77FC-4F05-BF74-D7CF90578039}" presName="spaceBetweenRectangles" presStyleCnt="0"/>
      <dgm:spPr/>
    </dgm:pt>
    <dgm:pt modelId="{559A53DD-BD97-43E1-9173-659FC51ED10C}" type="pres">
      <dgm:prSet presAssocID="{9DAD1E75-B489-471C-B178-45F8C496E108}" presName="parentLin" presStyleCnt="0"/>
      <dgm:spPr/>
    </dgm:pt>
    <dgm:pt modelId="{8C376FF1-BC02-4F01-8A21-C1ECE0145CDB}" type="pres">
      <dgm:prSet presAssocID="{9DAD1E75-B489-471C-B178-45F8C496E108}" presName="parentLeftMargin" presStyleLbl="node1" presStyleIdx="3" presStyleCnt="5"/>
      <dgm:spPr/>
    </dgm:pt>
    <dgm:pt modelId="{43C0BCA9-B6A4-4B62-9C99-874C7FBF0A96}" type="pres">
      <dgm:prSet presAssocID="{9DAD1E75-B489-471C-B178-45F8C496E108}" presName="parentText" presStyleLbl="node1" presStyleIdx="4" presStyleCnt="5">
        <dgm:presLayoutVars>
          <dgm:chMax val="0"/>
          <dgm:bulletEnabled val="1"/>
        </dgm:presLayoutVars>
      </dgm:prSet>
      <dgm:spPr/>
    </dgm:pt>
    <dgm:pt modelId="{2DBBC60C-5F4B-407A-8DFF-57198CC6AAE3}" type="pres">
      <dgm:prSet presAssocID="{9DAD1E75-B489-471C-B178-45F8C496E108}" presName="negativeSpace" presStyleCnt="0"/>
      <dgm:spPr/>
    </dgm:pt>
    <dgm:pt modelId="{18700C9C-2A3A-4004-89A7-98689BE7E7FB}" type="pres">
      <dgm:prSet presAssocID="{9DAD1E75-B489-471C-B178-45F8C496E108}" presName="childText" presStyleLbl="conFgAcc1" presStyleIdx="4" presStyleCnt="5">
        <dgm:presLayoutVars>
          <dgm:bulletEnabled val="1"/>
        </dgm:presLayoutVars>
      </dgm:prSet>
      <dgm:spPr/>
    </dgm:pt>
  </dgm:ptLst>
  <dgm:cxnLst>
    <dgm:cxn modelId="{3282FA04-1988-473D-93D4-E0FD1D9DA328}" type="presOf" srcId="{FA8F5B9E-8FA1-4FB3-A0F7-F577A321FAD4}" destId="{18700C9C-2A3A-4004-89A7-98689BE7E7FB}" srcOrd="0" destOrd="1" presId="urn:microsoft.com/office/officeart/2005/8/layout/list1"/>
    <dgm:cxn modelId="{6EDFA209-BE86-4492-8B1E-503348929C8A}" srcId="{2FE5C8BA-ADC6-46B4-8EAE-15339B0B81EB}" destId="{B51DB27C-D9CC-4338-8759-C54B3DC3E2EA}" srcOrd="0" destOrd="0" parTransId="{3D4275C7-47C0-4B44-98EF-E136F3B07795}" sibTransId="{09F45666-2D27-4E8C-B85B-70703E1019ED}"/>
    <dgm:cxn modelId="{1D310510-C70D-42B7-AF92-D1161F601BDD}" type="presOf" srcId="{9DAD1E75-B489-471C-B178-45F8C496E108}" destId="{8C376FF1-BC02-4F01-8A21-C1ECE0145CDB}" srcOrd="0" destOrd="0" presId="urn:microsoft.com/office/officeart/2005/8/layout/list1"/>
    <dgm:cxn modelId="{34292211-8B85-4901-9746-0F847D7D2BB3}" srcId="{BA5C2254-363A-461E-82C7-C73970C3DA0F}" destId="{68DEC60D-296E-4B99-BE05-829EF1139668}" srcOrd="3" destOrd="0" parTransId="{56BA33CE-73B5-4AD6-85A8-7916CAC81673}" sibTransId="{66741877-0486-4803-B07B-F0B274AF2E53}"/>
    <dgm:cxn modelId="{A7D58513-E7B6-48A0-AD25-697BDA54CED5}" type="presOf" srcId="{848B53CC-280A-4565-8308-AA82F37012D9}" destId="{06902AAA-561A-4CA3-891B-0414DDA3FD05}" srcOrd="0" destOrd="0" presId="urn:microsoft.com/office/officeart/2005/8/layout/list1"/>
    <dgm:cxn modelId="{41EE2118-8D49-4AB4-80F1-E27DE411500D}" srcId="{CD58610A-AD45-4259-AC95-F89B56B32650}" destId="{848B53CC-280A-4565-8308-AA82F37012D9}" srcOrd="2" destOrd="0" parTransId="{90AE3C37-7CC7-4F07-917A-000003B945AF}" sibTransId="{B0E13CD3-A604-4988-93E8-0CE3156B0548}"/>
    <dgm:cxn modelId="{6EEAF91F-1DAB-42B6-ADD0-10B537BF73A7}" type="presOf" srcId="{A1780CDA-6838-47F1-BD13-1C3A95C06894}" destId="{5DC0A892-EA02-4EB7-8150-6BF9A489B0CD}" srcOrd="0" destOrd="0" presId="urn:microsoft.com/office/officeart/2005/8/layout/list1"/>
    <dgm:cxn modelId="{FBE2E920-54AC-445E-B716-F9B68720E46B}" srcId="{CD58610A-AD45-4259-AC95-F89B56B32650}" destId="{BA5C2254-363A-461E-82C7-C73970C3DA0F}" srcOrd="3" destOrd="0" parTransId="{6DF4F2A4-6441-42BB-92FE-F5537423155C}" sibTransId="{35E2E509-77FC-4F05-BF74-D7CF90578039}"/>
    <dgm:cxn modelId="{A0756222-8B80-4EAB-B297-797BDA2137AB}" type="presOf" srcId="{B2E3A62B-187D-4804-B337-426AB3310953}" destId="{FD62A6B8-8E0E-4610-AAFF-F9E38646D974}" srcOrd="1" destOrd="0" presId="urn:microsoft.com/office/officeart/2005/8/layout/list1"/>
    <dgm:cxn modelId="{A15DC429-37C9-4B86-8953-6AA35601FB40}" type="presOf" srcId="{BA41A5B6-8D0A-48A9-8F63-B30266B07A0A}" destId="{5DC0A892-EA02-4EB7-8150-6BF9A489B0CD}" srcOrd="0" destOrd="2" presId="urn:microsoft.com/office/officeart/2005/8/layout/list1"/>
    <dgm:cxn modelId="{D1D6F22A-CD22-40E6-AFD5-7F7AF09F86DC}" srcId="{9DAD1E75-B489-471C-B178-45F8C496E108}" destId="{FA8F5B9E-8FA1-4FB3-A0F7-F577A321FAD4}" srcOrd="1" destOrd="0" parTransId="{C4B9CA5E-AE2B-45F8-A94A-5F432BCE88D1}" sibTransId="{92467EBC-4E28-4930-83E8-17ACDCA6BB71}"/>
    <dgm:cxn modelId="{24E74E35-4D6D-45A4-B0A6-72044A7F8F77}" type="presOf" srcId="{E9A92CA8-B115-4E44-AF3E-3CE57B1CE323}" destId="{1A0E6810-85ED-4B80-BD25-629CC6CAAED9}" srcOrd="0" destOrd="1" presId="urn:microsoft.com/office/officeart/2005/8/layout/list1"/>
    <dgm:cxn modelId="{64D06237-1C86-40B7-9839-64FD292CAF43}" type="presOf" srcId="{FEC56A57-6C4D-42E2-BF63-076B80A5B1F7}" destId="{5DC0A892-EA02-4EB7-8150-6BF9A489B0CD}" srcOrd="0" destOrd="1" presId="urn:microsoft.com/office/officeart/2005/8/layout/list1"/>
    <dgm:cxn modelId="{5702F638-5672-42FE-8DB9-D789861522F8}" type="presOf" srcId="{CD58610A-AD45-4259-AC95-F89B56B32650}" destId="{FB4D12BC-AD08-45B6-9844-BC0B58A2725B}" srcOrd="0" destOrd="0" presId="urn:microsoft.com/office/officeart/2005/8/layout/list1"/>
    <dgm:cxn modelId="{0496A93C-0B1B-4635-94FF-665576F27852}" type="presOf" srcId="{BA5C2254-363A-461E-82C7-C73970C3DA0F}" destId="{6640AFF1-A0C5-441D-9CEE-3DBE89CA70F9}" srcOrd="0" destOrd="0" presId="urn:microsoft.com/office/officeart/2005/8/layout/list1"/>
    <dgm:cxn modelId="{959D3A44-8A3D-4611-A4F3-C3B3121A4E4B}" srcId="{BA5C2254-363A-461E-82C7-C73970C3DA0F}" destId="{A1780CDA-6838-47F1-BD13-1C3A95C06894}" srcOrd="0" destOrd="0" parTransId="{F07080A0-9512-4407-BE75-EE289290E476}" sibTransId="{B8C0AE39-10A4-4B53-8A15-75D7AD6B9385}"/>
    <dgm:cxn modelId="{D8D80C66-B65C-4C10-892A-EADCD5F62EAD}" srcId="{9DAD1E75-B489-471C-B178-45F8C496E108}" destId="{38239C3F-1B73-43D0-B360-C864AE47CE86}" srcOrd="2" destOrd="0" parTransId="{20EB583E-7A72-4BD4-8F6C-837956BD2BF8}" sibTransId="{DC37CD34-E6A4-44D9-86A7-9BBCC46E44FF}"/>
    <dgm:cxn modelId="{79072947-AC09-4131-9642-AE4F824E2CED}" type="presOf" srcId="{2FE5C8BA-ADC6-46B4-8EAE-15339B0B81EB}" destId="{6A58FAD8-D8FB-4CAF-8FD1-4F3C7F236FD3}" srcOrd="0" destOrd="0" presId="urn:microsoft.com/office/officeart/2005/8/layout/list1"/>
    <dgm:cxn modelId="{A4547B6C-9A94-4E31-AFAD-5AD04FEC6C5A}" srcId="{848B53CC-280A-4565-8308-AA82F37012D9}" destId="{E9A92CA8-B115-4E44-AF3E-3CE57B1CE323}" srcOrd="1" destOrd="0" parTransId="{54EA1BF7-F806-488D-B471-6CA450A6733B}" sibTransId="{55B1935E-31D0-4299-A3F2-A663E3DDE1D0}"/>
    <dgm:cxn modelId="{1F903E6D-E053-4B66-AAA2-7AD54F5B2E0F}" srcId="{CD58610A-AD45-4259-AC95-F89B56B32650}" destId="{2FE5C8BA-ADC6-46B4-8EAE-15339B0B81EB}" srcOrd="0" destOrd="0" parTransId="{113D8EE2-7791-41EE-B28C-2E51B490B51A}" sibTransId="{8E6BA884-0DA9-4CCD-93B1-620962191FAE}"/>
    <dgm:cxn modelId="{620F456D-FDB8-4779-8709-0A9D65C98D51}" srcId="{9DAD1E75-B489-471C-B178-45F8C496E108}" destId="{11EAB862-A13D-4A32-AD74-6E14C74F7924}" srcOrd="0" destOrd="0" parTransId="{3A5D8A82-A94A-47D9-A638-C1EA077F205A}" sibTransId="{C8C6BA25-D685-48EA-9AF0-69CEF3E9DDFE}"/>
    <dgm:cxn modelId="{10339970-B883-43EB-994D-B88D7EA636AC}" srcId="{CD58610A-AD45-4259-AC95-F89B56B32650}" destId="{9DAD1E75-B489-471C-B178-45F8C496E108}" srcOrd="4" destOrd="0" parTransId="{9C45C6C3-4B6C-4FD6-99F0-212716FCEE8F}" sibTransId="{5E7F6682-2C37-4499-8A76-1997A83C0C77}"/>
    <dgm:cxn modelId="{185C0652-B7EB-4634-83FF-1D3E38C6773B}" type="presOf" srcId="{848B53CC-280A-4565-8308-AA82F37012D9}" destId="{B84F76E5-0F79-4F6B-8EF9-2FB767AFAE6C}" srcOrd="1" destOrd="0" presId="urn:microsoft.com/office/officeart/2005/8/layout/list1"/>
    <dgm:cxn modelId="{C1AE8C54-7D6F-4FAF-AF71-1185E19EBC9F}" srcId="{CD58610A-AD45-4259-AC95-F89B56B32650}" destId="{B2E3A62B-187D-4804-B337-426AB3310953}" srcOrd="1" destOrd="0" parTransId="{7688470B-38EA-4A68-96BB-FCD4E231E0FE}" sibTransId="{AF2402B0-2AE1-4EC3-84BB-BE26ED6BAA25}"/>
    <dgm:cxn modelId="{B1983355-D17F-4F76-A095-9D350B994990}" type="presOf" srcId="{9DAD1E75-B489-471C-B178-45F8C496E108}" destId="{43C0BCA9-B6A4-4B62-9C99-874C7FBF0A96}" srcOrd="1" destOrd="0" presId="urn:microsoft.com/office/officeart/2005/8/layout/list1"/>
    <dgm:cxn modelId="{E15DD576-19B9-4CE2-8EDA-B046EF16ED9D}" type="presOf" srcId="{B2E3A62B-187D-4804-B337-426AB3310953}" destId="{148657CE-E140-4463-AFF3-FA52832B3F26}" srcOrd="0" destOrd="0" presId="urn:microsoft.com/office/officeart/2005/8/layout/list1"/>
    <dgm:cxn modelId="{65CBE690-5AC5-4729-8623-5F7E5FEB869F}" type="presOf" srcId="{38239C3F-1B73-43D0-B360-C864AE47CE86}" destId="{18700C9C-2A3A-4004-89A7-98689BE7E7FB}" srcOrd="0" destOrd="2" presId="urn:microsoft.com/office/officeart/2005/8/layout/list1"/>
    <dgm:cxn modelId="{39F7BC92-AC11-4134-8F6D-F63E5232FF3A}" srcId="{BA5C2254-363A-461E-82C7-C73970C3DA0F}" destId="{FEC56A57-6C4D-42E2-BF63-076B80A5B1F7}" srcOrd="1" destOrd="0" parTransId="{E15C6357-E186-4F16-A88E-F1F9A00CEBE2}" sibTransId="{7DC954FA-C6D0-4787-ABCC-159BC8DD9AB3}"/>
    <dgm:cxn modelId="{4849C7AA-7A4C-474E-BC6A-8C71AF0EBA08}" srcId="{B2E3A62B-187D-4804-B337-426AB3310953}" destId="{C13CB8A9-5DA3-450C-BAE8-D8FF89B18ED3}" srcOrd="0" destOrd="0" parTransId="{147D88FA-9444-4781-A505-FD21B3FAE406}" sibTransId="{040C1C18-38DE-4A95-8B0D-C97BD6989ADB}"/>
    <dgm:cxn modelId="{3C5081B2-C419-4A70-A4B6-303B2872BF10}" srcId="{848B53CC-280A-4565-8308-AA82F37012D9}" destId="{2D038F3F-EB0C-4455-AAAF-BEA78668C1E7}" srcOrd="0" destOrd="0" parTransId="{04EA9DE7-A997-4234-B137-827A7ECE0B6A}" sibTransId="{152A5070-0CC2-4294-9AEF-2C5A35358C1A}"/>
    <dgm:cxn modelId="{DAFC51B3-7F8C-461E-B576-568A281AEEB2}" type="presOf" srcId="{B51DB27C-D9CC-4338-8759-C54B3DC3E2EA}" destId="{0C423C4F-225F-4A23-AB4B-0C34B36BF65F}" srcOrd="0" destOrd="0" presId="urn:microsoft.com/office/officeart/2005/8/layout/list1"/>
    <dgm:cxn modelId="{9ACA09B6-9232-4D88-AAD0-A9D6F6F6B718}" type="presOf" srcId="{2FE5C8BA-ADC6-46B4-8EAE-15339B0B81EB}" destId="{35C81E9F-C31D-4A2B-93E9-FCA453B9A171}" srcOrd="1" destOrd="0" presId="urn:microsoft.com/office/officeart/2005/8/layout/list1"/>
    <dgm:cxn modelId="{D5C06DC4-C013-4EAA-A832-CD124C55DC58}" type="presOf" srcId="{68DEC60D-296E-4B99-BE05-829EF1139668}" destId="{5DC0A892-EA02-4EB7-8150-6BF9A489B0CD}" srcOrd="0" destOrd="3" presId="urn:microsoft.com/office/officeart/2005/8/layout/list1"/>
    <dgm:cxn modelId="{D35D71C8-8466-4246-B96D-89054686B539}" type="presOf" srcId="{11EAB862-A13D-4A32-AD74-6E14C74F7924}" destId="{18700C9C-2A3A-4004-89A7-98689BE7E7FB}" srcOrd="0" destOrd="0" presId="urn:microsoft.com/office/officeart/2005/8/layout/list1"/>
    <dgm:cxn modelId="{6B4367D5-FA03-4820-BC52-4B12A95E0E26}" type="presOf" srcId="{2D038F3F-EB0C-4455-AAAF-BEA78668C1E7}" destId="{1A0E6810-85ED-4B80-BD25-629CC6CAAED9}" srcOrd="0" destOrd="0" presId="urn:microsoft.com/office/officeart/2005/8/layout/list1"/>
    <dgm:cxn modelId="{498EF6D7-28C9-45A4-9EF7-203D6E5C50E0}" type="presOf" srcId="{BA5C2254-363A-461E-82C7-C73970C3DA0F}" destId="{5A669808-43AC-488B-ABBA-EEA391D80730}" srcOrd="1" destOrd="0" presId="urn:microsoft.com/office/officeart/2005/8/layout/list1"/>
    <dgm:cxn modelId="{EBD428DE-5793-49A0-8175-B6C86572C1E9}" srcId="{BA5C2254-363A-461E-82C7-C73970C3DA0F}" destId="{BA41A5B6-8D0A-48A9-8F63-B30266B07A0A}" srcOrd="2" destOrd="0" parTransId="{29FBC33B-98AD-4D18-BB54-F3C016CC3176}" sibTransId="{0A006D9A-0E1A-4A2C-A971-AD4A41189CDE}"/>
    <dgm:cxn modelId="{31B2EEEE-A47B-4161-A0FD-7DF34C07DAC1}" srcId="{848B53CC-280A-4565-8308-AA82F37012D9}" destId="{11FAC5D5-6236-40B0-93AC-4153F59AFD4D}" srcOrd="2" destOrd="0" parTransId="{09437AA2-7325-4A85-8C6E-8152D775C28D}" sibTransId="{14FBF451-1617-4AC5-BFE4-E4A4979AD7E7}"/>
    <dgm:cxn modelId="{D15C78F1-C72D-4A44-923C-C6A69B28F0D4}" type="presOf" srcId="{11FAC5D5-6236-40B0-93AC-4153F59AFD4D}" destId="{1A0E6810-85ED-4B80-BD25-629CC6CAAED9}" srcOrd="0" destOrd="2" presId="urn:microsoft.com/office/officeart/2005/8/layout/list1"/>
    <dgm:cxn modelId="{0E00D1FF-3EBE-4FA3-9D76-2BC5A6B721D3}" type="presOf" srcId="{C13CB8A9-5DA3-450C-BAE8-D8FF89B18ED3}" destId="{41BEE5E9-B537-4770-B9EB-3EF06F6208C0}" srcOrd="0" destOrd="0" presId="urn:microsoft.com/office/officeart/2005/8/layout/list1"/>
    <dgm:cxn modelId="{7097D1F8-EE0E-49BE-BD7B-588F2E9A1052}" type="presParOf" srcId="{FB4D12BC-AD08-45B6-9844-BC0B58A2725B}" destId="{88D88062-6B39-443A-9A9A-3C227AA7519C}" srcOrd="0" destOrd="0" presId="urn:microsoft.com/office/officeart/2005/8/layout/list1"/>
    <dgm:cxn modelId="{BA4CA1B7-BB33-45D3-B16D-6EE87C45C6AB}" type="presParOf" srcId="{88D88062-6B39-443A-9A9A-3C227AA7519C}" destId="{6A58FAD8-D8FB-4CAF-8FD1-4F3C7F236FD3}" srcOrd="0" destOrd="0" presId="urn:microsoft.com/office/officeart/2005/8/layout/list1"/>
    <dgm:cxn modelId="{96F58CC8-8F01-4B2C-8759-E81CB470F5BD}" type="presParOf" srcId="{88D88062-6B39-443A-9A9A-3C227AA7519C}" destId="{35C81E9F-C31D-4A2B-93E9-FCA453B9A171}" srcOrd="1" destOrd="0" presId="urn:microsoft.com/office/officeart/2005/8/layout/list1"/>
    <dgm:cxn modelId="{1AFA3747-0B39-4B38-92B5-8EA755A129A8}" type="presParOf" srcId="{FB4D12BC-AD08-45B6-9844-BC0B58A2725B}" destId="{192FD9AA-7F88-4BB0-A1BD-DB4237085AB1}" srcOrd="1" destOrd="0" presId="urn:microsoft.com/office/officeart/2005/8/layout/list1"/>
    <dgm:cxn modelId="{F357123D-21CB-4DA1-9BBB-D49AB393BE4B}" type="presParOf" srcId="{FB4D12BC-AD08-45B6-9844-BC0B58A2725B}" destId="{0C423C4F-225F-4A23-AB4B-0C34B36BF65F}" srcOrd="2" destOrd="0" presId="urn:microsoft.com/office/officeart/2005/8/layout/list1"/>
    <dgm:cxn modelId="{AAB64C34-2630-4E7C-954D-784E0AC8C4C7}" type="presParOf" srcId="{FB4D12BC-AD08-45B6-9844-BC0B58A2725B}" destId="{2782988C-DC2C-4FB8-B9F0-0AAEB10C8283}" srcOrd="3" destOrd="0" presId="urn:microsoft.com/office/officeart/2005/8/layout/list1"/>
    <dgm:cxn modelId="{C011F745-A23F-4007-92BE-42D4C28AF81A}" type="presParOf" srcId="{FB4D12BC-AD08-45B6-9844-BC0B58A2725B}" destId="{68837F06-7F13-4A95-AF01-D53FC1C8341B}" srcOrd="4" destOrd="0" presId="urn:microsoft.com/office/officeart/2005/8/layout/list1"/>
    <dgm:cxn modelId="{99458B21-E4E7-48E5-ABA1-7700E0032F6A}" type="presParOf" srcId="{68837F06-7F13-4A95-AF01-D53FC1C8341B}" destId="{148657CE-E140-4463-AFF3-FA52832B3F26}" srcOrd="0" destOrd="0" presId="urn:microsoft.com/office/officeart/2005/8/layout/list1"/>
    <dgm:cxn modelId="{680E4C2B-A8E3-4D2C-B8F3-C7AAAD9ABBA9}" type="presParOf" srcId="{68837F06-7F13-4A95-AF01-D53FC1C8341B}" destId="{FD62A6B8-8E0E-4610-AAFF-F9E38646D974}" srcOrd="1" destOrd="0" presId="urn:microsoft.com/office/officeart/2005/8/layout/list1"/>
    <dgm:cxn modelId="{F0F4BEFF-4CF5-4255-9D8D-5153FDA7C263}" type="presParOf" srcId="{FB4D12BC-AD08-45B6-9844-BC0B58A2725B}" destId="{5499056D-1D3A-44CC-ADD8-D198E8FF29EC}" srcOrd="5" destOrd="0" presId="urn:microsoft.com/office/officeart/2005/8/layout/list1"/>
    <dgm:cxn modelId="{B0435AB1-2CA8-4DD1-AF41-67B8D0657F86}" type="presParOf" srcId="{FB4D12BC-AD08-45B6-9844-BC0B58A2725B}" destId="{41BEE5E9-B537-4770-B9EB-3EF06F6208C0}" srcOrd="6" destOrd="0" presId="urn:microsoft.com/office/officeart/2005/8/layout/list1"/>
    <dgm:cxn modelId="{54029EBA-0A32-4FB1-BB27-1CF645C460C3}" type="presParOf" srcId="{FB4D12BC-AD08-45B6-9844-BC0B58A2725B}" destId="{DD362AA0-E603-42A2-B55B-C698F702E3E8}" srcOrd="7" destOrd="0" presId="urn:microsoft.com/office/officeart/2005/8/layout/list1"/>
    <dgm:cxn modelId="{5868BFA9-C94E-4045-9E65-F753E7901354}" type="presParOf" srcId="{FB4D12BC-AD08-45B6-9844-BC0B58A2725B}" destId="{314ED5C7-EE81-4C10-92DC-D361AFCB3B0F}" srcOrd="8" destOrd="0" presId="urn:microsoft.com/office/officeart/2005/8/layout/list1"/>
    <dgm:cxn modelId="{91409ECC-FAE7-4240-9B75-983A9189F4F4}" type="presParOf" srcId="{314ED5C7-EE81-4C10-92DC-D361AFCB3B0F}" destId="{06902AAA-561A-4CA3-891B-0414DDA3FD05}" srcOrd="0" destOrd="0" presId="urn:microsoft.com/office/officeart/2005/8/layout/list1"/>
    <dgm:cxn modelId="{859FDCF4-754F-40F2-9B03-4B80152501A9}" type="presParOf" srcId="{314ED5C7-EE81-4C10-92DC-D361AFCB3B0F}" destId="{B84F76E5-0F79-4F6B-8EF9-2FB767AFAE6C}" srcOrd="1" destOrd="0" presId="urn:microsoft.com/office/officeart/2005/8/layout/list1"/>
    <dgm:cxn modelId="{C95AA9BF-FC96-4210-A6CD-9396FB5FEA62}" type="presParOf" srcId="{FB4D12BC-AD08-45B6-9844-BC0B58A2725B}" destId="{65AF77DC-EAF3-4656-B74C-FE2606A25372}" srcOrd="9" destOrd="0" presId="urn:microsoft.com/office/officeart/2005/8/layout/list1"/>
    <dgm:cxn modelId="{3BBE4780-E662-41E6-88A2-EE696883CC91}" type="presParOf" srcId="{FB4D12BC-AD08-45B6-9844-BC0B58A2725B}" destId="{1A0E6810-85ED-4B80-BD25-629CC6CAAED9}" srcOrd="10" destOrd="0" presId="urn:microsoft.com/office/officeart/2005/8/layout/list1"/>
    <dgm:cxn modelId="{E09A9B2F-446E-4845-BD6D-7C5CE03DEA69}" type="presParOf" srcId="{FB4D12BC-AD08-45B6-9844-BC0B58A2725B}" destId="{ED94F4A4-5483-4F02-BF65-CD1DF2292AED}" srcOrd="11" destOrd="0" presId="urn:microsoft.com/office/officeart/2005/8/layout/list1"/>
    <dgm:cxn modelId="{1EC464C9-BC04-47A3-9A62-0341F36F90D1}" type="presParOf" srcId="{FB4D12BC-AD08-45B6-9844-BC0B58A2725B}" destId="{233E2D5D-8A91-4822-BFB0-F94A82FA1AE2}" srcOrd="12" destOrd="0" presId="urn:microsoft.com/office/officeart/2005/8/layout/list1"/>
    <dgm:cxn modelId="{94D0CAE8-E365-4682-828A-61FD8BD58D57}" type="presParOf" srcId="{233E2D5D-8A91-4822-BFB0-F94A82FA1AE2}" destId="{6640AFF1-A0C5-441D-9CEE-3DBE89CA70F9}" srcOrd="0" destOrd="0" presId="urn:microsoft.com/office/officeart/2005/8/layout/list1"/>
    <dgm:cxn modelId="{90631138-3A4D-466D-8EF8-787D09080306}" type="presParOf" srcId="{233E2D5D-8A91-4822-BFB0-F94A82FA1AE2}" destId="{5A669808-43AC-488B-ABBA-EEA391D80730}" srcOrd="1" destOrd="0" presId="urn:microsoft.com/office/officeart/2005/8/layout/list1"/>
    <dgm:cxn modelId="{F068412C-B877-49A1-AB14-E7E673531817}" type="presParOf" srcId="{FB4D12BC-AD08-45B6-9844-BC0B58A2725B}" destId="{8157F6E9-8BAB-498F-A1CD-E5EA62ABBA82}" srcOrd="13" destOrd="0" presId="urn:microsoft.com/office/officeart/2005/8/layout/list1"/>
    <dgm:cxn modelId="{1D50D1A8-4979-41DE-8AE3-F189D1D3EC9D}" type="presParOf" srcId="{FB4D12BC-AD08-45B6-9844-BC0B58A2725B}" destId="{5DC0A892-EA02-4EB7-8150-6BF9A489B0CD}" srcOrd="14" destOrd="0" presId="urn:microsoft.com/office/officeart/2005/8/layout/list1"/>
    <dgm:cxn modelId="{D05CA5AD-B92C-4D80-8692-A7E335AE39C8}" type="presParOf" srcId="{FB4D12BC-AD08-45B6-9844-BC0B58A2725B}" destId="{F4185A87-D342-4A17-9AC4-3713231BC531}" srcOrd="15" destOrd="0" presId="urn:microsoft.com/office/officeart/2005/8/layout/list1"/>
    <dgm:cxn modelId="{6C070F82-2F5C-43BB-AA7A-B2AEC87CE3D1}" type="presParOf" srcId="{FB4D12BC-AD08-45B6-9844-BC0B58A2725B}" destId="{559A53DD-BD97-43E1-9173-659FC51ED10C}" srcOrd="16" destOrd="0" presId="urn:microsoft.com/office/officeart/2005/8/layout/list1"/>
    <dgm:cxn modelId="{A0C18C63-12A0-4840-A978-ACFBFF0E16F3}" type="presParOf" srcId="{559A53DD-BD97-43E1-9173-659FC51ED10C}" destId="{8C376FF1-BC02-4F01-8A21-C1ECE0145CDB}" srcOrd="0" destOrd="0" presId="urn:microsoft.com/office/officeart/2005/8/layout/list1"/>
    <dgm:cxn modelId="{3C90D7BF-41CE-409F-BC0D-880C4EA5B800}" type="presParOf" srcId="{559A53DD-BD97-43E1-9173-659FC51ED10C}" destId="{43C0BCA9-B6A4-4B62-9C99-874C7FBF0A96}" srcOrd="1" destOrd="0" presId="urn:microsoft.com/office/officeart/2005/8/layout/list1"/>
    <dgm:cxn modelId="{DAC3E5E6-7DF6-4404-B574-67C6F72AF9D6}" type="presParOf" srcId="{FB4D12BC-AD08-45B6-9844-BC0B58A2725B}" destId="{2DBBC60C-5F4B-407A-8DFF-57198CC6AAE3}" srcOrd="17" destOrd="0" presId="urn:microsoft.com/office/officeart/2005/8/layout/list1"/>
    <dgm:cxn modelId="{75D0E027-8EE0-4085-B3F2-09D631F1EEC5}" type="presParOf" srcId="{FB4D12BC-AD08-45B6-9844-BC0B58A2725B}" destId="{18700C9C-2A3A-4004-89A7-98689BE7E7FB}"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53BF2A-B99C-438B-84AA-13D011534DAA}"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zh-CN" altLang="en-US"/>
        </a:p>
      </dgm:t>
    </dgm:pt>
    <dgm:pt modelId="{B309CEBC-37A2-4608-878A-11C6798A4CF7}">
      <dgm:prSet phldrT="[文本]"/>
      <dgm:spPr/>
      <dgm:t>
        <a:bodyPr/>
        <a:lstStyle/>
        <a:p>
          <a:r>
            <a:rPr lang="en-US" altLang="zh-CN" dirty="0"/>
            <a:t>1</a:t>
          </a:r>
          <a:endParaRPr lang="zh-CN" altLang="en-US" dirty="0"/>
        </a:p>
      </dgm:t>
    </dgm:pt>
    <dgm:pt modelId="{276E9680-EE4D-4F1C-81A6-062B6ACAA6EA}" type="parTrans" cxnId="{A4EB06D4-06F0-41FC-9917-F0C149A5CD4F}">
      <dgm:prSet/>
      <dgm:spPr/>
      <dgm:t>
        <a:bodyPr/>
        <a:lstStyle/>
        <a:p>
          <a:endParaRPr lang="zh-CN" altLang="en-US"/>
        </a:p>
      </dgm:t>
    </dgm:pt>
    <dgm:pt modelId="{6A1D65D9-EFB1-4B58-932B-9C91139C625C}" type="sibTrans" cxnId="{A4EB06D4-06F0-41FC-9917-F0C149A5CD4F}">
      <dgm:prSet/>
      <dgm:spPr/>
      <dgm:t>
        <a:bodyPr/>
        <a:lstStyle/>
        <a:p>
          <a:endParaRPr lang="zh-CN" altLang="en-US"/>
        </a:p>
      </dgm:t>
    </dgm:pt>
    <dgm:pt modelId="{BF33D770-C40B-4DC0-AA8E-F7A2EED04D99}">
      <dgm:prSet phldrT="[文本]" custT="1"/>
      <dgm:spPr/>
      <dgm:t>
        <a:bodyPr/>
        <a:lstStyle/>
        <a:p>
          <a:r>
            <a:rPr lang="zh-CN" altLang="en-US" sz="1600" dirty="0">
              <a:solidFill>
                <a:schemeClr val="accent3">
                  <a:lumMod val="50000"/>
                </a:schemeClr>
              </a:solidFill>
            </a:rPr>
            <a:t>以攻击次数（回合数）来做为衡量理论平衡的核心依据，在有攻速影响的情况下，则需要转换为时间。</a:t>
          </a:r>
        </a:p>
      </dgm:t>
    </dgm:pt>
    <dgm:pt modelId="{55A25938-0284-4292-8160-3FDD986DA0B9}" type="parTrans" cxnId="{2C481AF6-994B-4BEC-A525-04898E540092}">
      <dgm:prSet/>
      <dgm:spPr/>
      <dgm:t>
        <a:bodyPr/>
        <a:lstStyle/>
        <a:p>
          <a:endParaRPr lang="zh-CN" altLang="en-US"/>
        </a:p>
      </dgm:t>
    </dgm:pt>
    <dgm:pt modelId="{4F1AFD7A-EF58-42A8-8D25-ED5595638982}" type="sibTrans" cxnId="{2C481AF6-994B-4BEC-A525-04898E540092}">
      <dgm:prSet/>
      <dgm:spPr/>
      <dgm:t>
        <a:bodyPr/>
        <a:lstStyle/>
        <a:p>
          <a:endParaRPr lang="zh-CN" altLang="en-US"/>
        </a:p>
      </dgm:t>
    </dgm:pt>
    <dgm:pt modelId="{6A5DAD5F-5969-43EC-837B-AF90719DC535}">
      <dgm:prSet phldrT="[文本]"/>
      <dgm:spPr/>
      <dgm:t>
        <a:bodyPr/>
        <a:lstStyle/>
        <a:p>
          <a:r>
            <a:rPr lang="en-US" altLang="zh-CN" dirty="0"/>
            <a:t>2</a:t>
          </a:r>
          <a:endParaRPr lang="zh-CN" altLang="en-US" dirty="0"/>
        </a:p>
      </dgm:t>
    </dgm:pt>
    <dgm:pt modelId="{7B42A8AE-B75A-42EB-9EDF-DD5FBBF02ABF}" type="parTrans" cxnId="{D994DB46-EF5E-4E2A-BF2E-45CEE899FD2C}">
      <dgm:prSet/>
      <dgm:spPr/>
      <dgm:t>
        <a:bodyPr/>
        <a:lstStyle/>
        <a:p>
          <a:endParaRPr lang="zh-CN" altLang="en-US"/>
        </a:p>
      </dgm:t>
    </dgm:pt>
    <dgm:pt modelId="{C2F6FD8E-DD20-4803-B49E-336EFA515827}" type="sibTrans" cxnId="{D994DB46-EF5E-4E2A-BF2E-45CEE899FD2C}">
      <dgm:prSet/>
      <dgm:spPr/>
      <dgm:t>
        <a:bodyPr/>
        <a:lstStyle/>
        <a:p>
          <a:endParaRPr lang="zh-CN" altLang="en-US"/>
        </a:p>
      </dgm:t>
    </dgm:pt>
    <dgm:pt modelId="{9F8F9665-7F7E-41A6-B52E-9C8CFEE64D43}">
      <dgm:prSet phldrT="[文本]" custT="1"/>
      <dgm:spPr/>
      <dgm:t>
        <a:bodyPr/>
        <a:lstStyle/>
        <a:p>
          <a:r>
            <a:rPr lang="zh-CN" altLang="en-US" sz="1600" dirty="0">
              <a:solidFill>
                <a:schemeClr val="accent1">
                  <a:lumMod val="75000"/>
                </a:schemeClr>
              </a:solidFill>
            </a:rPr>
            <a:t>战斗数值的模块组成：角色属性、技能、道具、概率属性。</a:t>
          </a:r>
        </a:p>
      </dgm:t>
    </dgm:pt>
    <dgm:pt modelId="{0B51F284-6C0C-4613-A4C0-9048BF456B62}" type="parTrans" cxnId="{BF82BF01-249E-4F9C-BCC7-B07BE1170F1E}">
      <dgm:prSet/>
      <dgm:spPr/>
      <dgm:t>
        <a:bodyPr/>
        <a:lstStyle/>
        <a:p>
          <a:endParaRPr lang="zh-CN" altLang="en-US"/>
        </a:p>
      </dgm:t>
    </dgm:pt>
    <dgm:pt modelId="{D33E306A-83B0-427B-A652-C7087F3DB6EC}" type="sibTrans" cxnId="{BF82BF01-249E-4F9C-BCC7-B07BE1170F1E}">
      <dgm:prSet/>
      <dgm:spPr/>
      <dgm:t>
        <a:bodyPr/>
        <a:lstStyle/>
        <a:p>
          <a:endParaRPr lang="zh-CN" altLang="en-US"/>
        </a:p>
      </dgm:t>
    </dgm:pt>
    <dgm:pt modelId="{1FD80A2F-6F76-4CB7-A948-2A0A48F7A637}">
      <dgm:prSet phldrT="[文本]"/>
      <dgm:spPr/>
      <dgm:t>
        <a:bodyPr/>
        <a:lstStyle/>
        <a:p>
          <a:r>
            <a:rPr lang="en-US" altLang="zh-CN" dirty="0"/>
            <a:t>3</a:t>
          </a:r>
          <a:endParaRPr lang="zh-CN" altLang="en-US" dirty="0"/>
        </a:p>
      </dgm:t>
    </dgm:pt>
    <dgm:pt modelId="{53EDFF68-A427-40F9-9F82-3B09069762A1}" type="parTrans" cxnId="{AB672473-DF84-4F99-B554-4C7D04D97E0E}">
      <dgm:prSet/>
      <dgm:spPr/>
      <dgm:t>
        <a:bodyPr/>
        <a:lstStyle/>
        <a:p>
          <a:endParaRPr lang="zh-CN" altLang="en-US"/>
        </a:p>
      </dgm:t>
    </dgm:pt>
    <dgm:pt modelId="{9A27E2C9-0EB2-4E9D-A2DF-880E5C6D21CA}" type="sibTrans" cxnId="{AB672473-DF84-4F99-B554-4C7D04D97E0E}">
      <dgm:prSet/>
      <dgm:spPr/>
      <dgm:t>
        <a:bodyPr/>
        <a:lstStyle/>
        <a:p>
          <a:endParaRPr lang="zh-CN" altLang="en-US"/>
        </a:p>
      </dgm:t>
    </dgm:pt>
    <dgm:pt modelId="{A33EBE76-8AEC-4A54-BA76-69DB9805DD60}">
      <dgm:prSet phldrT="[文本]" custT="1"/>
      <dgm:spPr/>
      <dgm:t>
        <a:bodyPr/>
        <a:lstStyle/>
        <a:p>
          <a:r>
            <a:rPr lang="zh-CN" altLang="en-US" sz="1600" dirty="0">
              <a:solidFill>
                <a:schemeClr val="accent4">
                  <a:lumMod val="50000"/>
                </a:schemeClr>
              </a:solidFill>
            </a:rPr>
            <a:t>玩家行为导致的角色实际差异：等级差异、系统差异。</a:t>
          </a:r>
        </a:p>
      </dgm:t>
    </dgm:pt>
    <dgm:pt modelId="{D7645D97-5689-4336-96CD-04F9A70FD8BA}" type="parTrans" cxnId="{2055D625-1F2E-4404-815D-02A82963067C}">
      <dgm:prSet/>
      <dgm:spPr/>
      <dgm:t>
        <a:bodyPr/>
        <a:lstStyle/>
        <a:p>
          <a:endParaRPr lang="zh-CN" altLang="en-US"/>
        </a:p>
      </dgm:t>
    </dgm:pt>
    <dgm:pt modelId="{9850622B-9B4C-4627-A338-98F7A0EC11F0}" type="sibTrans" cxnId="{2055D625-1F2E-4404-815D-02A82963067C}">
      <dgm:prSet/>
      <dgm:spPr/>
      <dgm:t>
        <a:bodyPr/>
        <a:lstStyle/>
        <a:p>
          <a:endParaRPr lang="zh-CN" altLang="en-US"/>
        </a:p>
      </dgm:t>
    </dgm:pt>
    <dgm:pt modelId="{B43F7D71-75E5-42A8-A9FF-C21E39885AAB}" type="pres">
      <dgm:prSet presAssocID="{9753BF2A-B99C-438B-84AA-13D011534DAA}" presName="linearFlow" presStyleCnt="0">
        <dgm:presLayoutVars>
          <dgm:dir/>
          <dgm:animLvl val="lvl"/>
          <dgm:resizeHandles val="exact"/>
        </dgm:presLayoutVars>
      </dgm:prSet>
      <dgm:spPr/>
    </dgm:pt>
    <dgm:pt modelId="{46D7A04B-6FD8-4BC3-81AA-DD68F4B1309A}" type="pres">
      <dgm:prSet presAssocID="{B309CEBC-37A2-4608-878A-11C6798A4CF7}" presName="composite" presStyleCnt="0"/>
      <dgm:spPr/>
    </dgm:pt>
    <dgm:pt modelId="{A1649D54-D274-4A6A-9F81-B617765E5C30}" type="pres">
      <dgm:prSet presAssocID="{B309CEBC-37A2-4608-878A-11C6798A4CF7}" presName="parentText" presStyleLbl="alignNode1" presStyleIdx="0" presStyleCnt="3">
        <dgm:presLayoutVars>
          <dgm:chMax val="1"/>
          <dgm:bulletEnabled val="1"/>
        </dgm:presLayoutVars>
      </dgm:prSet>
      <dgm:spPr/>
    </dgm:pt>
    <dgm:pt modelId="{4E26D2EC-157E-40C2-A91D-CAC2538639A3}" type="pres">
      <dgm:prSet presAssocID="{B309CEBC-37A2-4608-878A-11C6798A4CF7}" presName="descendantText" presStyleLbl="alignAcc1" presStyleIdx="0" presStyleCnt="3">
        <dgm:presLayoutVars>
          <dgm:bulletEnabled val="1"/>
        </dgm:presLayoutVars>
      </dgm:prSet>
      <dgm:spPr/>
    </dgm:pt>
    <dgm:pt modelId="{DF0ED1D1-B51B-43B2-950F-30195D6C0696}" type="pres">
      <dgm:prSet presAssocID="{6A1D65D9-EFB1-4B58-932B-9C91139C625C}" presName="sp" presStyleCnt="0"/>
      <dgm:spPr/>
    </dgm:pt>
    <dgm:pt modelId="{6010C1CB-0A34-4A2D-B046-7411D85F16C2}" type="pres">
      <dgm:prSet presAssocID="{6A5DAD5F-5969-43EC-837B-AF90719DC535}" presName="composite" presStyleCnt="0"/>
      <dgm:spPr/>
    </dgm:pt>
    <dgm:pt modelId="{6FB7746D-7140-42A8-9DD8-3EB0317D576B}" type="pres">
      <dgm:prSet presAssocID="{6A5DAD5F-5969-43EC-837B-AF90719DC535}" presName="parentText" presStyleLbl="alignNode1" presStyleIdx="1" presStyleCnt="3">
        <dgm:presLayoutVars>
          <dgm:chMax val="1"/>
          <dgm:bulletEnabled val="1"/>
        </dgm:presLayoutVars>
      </dgm:prSet>
      <dgm:spPr/>
    </dgm:pt>
    <dgm:pt modelId="{7B3A4EE1-9BBD-42D6-A4EA-4212216A1992}" type="pres">
      <dgm:prSet presAssocID="{6A5DAD5F-5969-43EC-837B-AF90719DC535}" presName="descendantText" presStyleLbl="alignAcc1" presStyleIdx="1" presStyleCnt="3">
        <dgm:presLayoutVars>
          <dgm:bulletEnabled val="1"/>
        </dgm:presLayoutVars>
      </dgm:prSet>
      <dgm:spPr/>
    </dgm:pt>
    <dgm:pt modelId="{D007B9C2-CCC2-4824-85CD-20EA23B2AF1A}" type="pres">
      <dgm:prSet presAssocID="{C2F6FD8E-DD20-4803-B49E-336EFA515827}" presName="sp" presStyleCnt="0"/>
      <dgm:spPr/>
    </dgm:pt>
    <dgm:pt modelId="{1AC52CC4-A1DC-4577-9B46-3C6CAC34BA51}" type="pres">
      <dgm:prSet presAssocID="{1FD80A2F-6F76-4CB7-A948-2A0A48F7A637}" presName="composite" presStyleCnt="0"/>
      <dgm:spPr/>
    </dgm:pt>
    <dgm:pt modelId="{A4BAC005-0F73-4083-865C-F54EAEB15642}" type="pres">
      <dgm:prSet presAssocID="{1FD80A2F-6F76-4CB7-A948-2A0A48F7A637}" presName="parentText" presStyleLbl="alignNode1" presStyleIdx="2" presStyleCnt="3">
        <dgm:presLayoutVars>
          <dgm:chMax val="1"/>
          <dgm:bulletEnabled val="1"/>
        </dgm:presLayoutVars>
      </dgm:prSet>
      <dgm:spPr/>
    </dgm:pt>
    <dgm:pt modelId="{63FA588B-0999-41C6-BC79-27D8C03E9B58}" type="pres">
      <dgm:prSet presAssocID="{1FD80A2F-6F76-4CB7-A948-2A0A48F7A637}" presName="descendantText" presStyleLbl="alignAcc1" presStyleIdx="2" presStyleCnt="3">
        <dgm:presLayoutVars>
          <dgm:bulletEnabled val="1"/>
        </dgm:presLayoutVars>
      </dgm:prSet>
      <dgm:spPr/>
    </dgm:pt>
  </dgm:ptLst>
  <dgm:cxnLst>
    <dgm:cxn modelId="{BF82BF01-249E-4F9C-BCC7-B07BE1170F1E}" srcId="{6A5DAD5F-5969-43EC-837B-AF90719DC535}" destId="{9F8F9665-7F7E-41A6-B52E-9C8CFEE64D43}" srcOrd="0" destOrd="0" parTransId="{0B51F284-6C0C-4613-A4C0-9048BF456B62}" sibTransId="{D33E306A-83B0-427B-A652-C7087F3DB6EC}"/>
    <dgm:cxn modelId="{2055D625-1F2E-4404-815D-02A82963067C}" srcId="{1FD80A2F-6F76-4CB7-A948-2A0A48F7A637}" destId="{A33EBE76-8AEC-4A54-BA76-69DB9805DD60}" srcOrd="0" destOrd="0" parTransId="{D7645D97-5689-4336-96CD-04F9A70FD8BA}" sibTransId="{9850622B-9B4C-4627-A338-98F7A0EC11F0}"/>
    <dgm:cxn modelId="{86536F27-74EC-4B1A-8C19-295B50E60E34}" type="presOf" srcId="{6A5DAD5F-5969-43EC-837B-AF90719DC535}" destId="{6FB7746D-7140-42A8-9DD8-3EB0317D576B}" srcOrd="0" destOrd="0" presId="urn:microsoft.com/office/officeart/2005/8/layout/chevron2"/>
    <dgm:cxn modelId="{D6D0B638-E931-4D2D-A0F8-369818CACF35}" type="presOf" srcId="{9F8F9665-7F7E-41A6-B52E-9C8CFEE64D43}" destId="{7B3A4EE1-9BBD-42D6-A4EA-4212216A1992}" srcOrd="0" destOrd="0" presId="urn:microsoft.com/office/officeart/2005/8/layout/chevron2"/>
    <dgm:cxn modelId="{596E3F3B-DF4C-4AE9-8EFB-45B5268313CD}" type="presOf" srcId="{A33EBE76-8AEC-4A54-BA76-69DB9805DD60}" destId="{63FA588B-0999-41C6-BC79-27D8C03E9B58}" srcOrd="0" destOrd="0" presId="urn:microsoft.com/office/officeart/2005/8/layout/chevron2"/>
    <dgm:cxn modelId="{D994DB46-EF5E-4E2A-BF2E-45CEE899FD2C}" srcId="{9753BF2A-B99C-438B-84AA-13D011534DAA}" destId="{6A5DAD5F-5969-43EC-837B-AF90719DC535}" srcOrd="1" destOrd="0" parTransId="{7B42A8AE-B75A-42EB-9EDF-DD5FBBF02ABF}" sibTransId="{C2F6FD8E-DD20-4803-B49E-336EFA515827}"/>
    <dgm:cxn modelId="{AB672473-DF84-4F99-B554-4C7D04D97E0E}" srcId="{9753BF2A-B99C-438B-84AA-13D011534DAA}" destId="{1FD80A2F-6F76-4CB7-A948-2A0A48F7A637}" srcOrd="2" destOrd="0" parTransId="{53EDFF68-A427-40F9-9F82-3B09069762A1}" sibTransId="{9A27E2C9-0EB2-4E9D-A2DF-880E5C6D21CA}"/>
    <dgm:cxn modelId="{D3444384-DCDA-4476-B91A-19D5E19F8E00}" type="presOf" srcId="{9753BF2A-B99C-438B-84AA-13D011534DAA}" destId="{B43F7D71-75E5-42A8-A9FF-C21E39885AAB}" srcOrd="0" destOrd="0" presId="urn:microsoft.com/office/officeart/2005/8/layout/chevron2"/>
    <dgm:cxn modelId="{A0A141AD-ECD3-476C-B37D-841040F5F44C}" type="presOf" srcId="{BF33D770-C40B-4DC0-AA8E-F7A2EED04D99}" destId="{4E26D2EC-157E-40C2-A91D-CAC2538639A3}" srcOrd="0" destOrd="0" presId="urn:microsoft.com/office/officeart/2005/8/layout/chevron2"/>
    <dgm:cxn modelId="{819A2DCA-EB12-46D9-97A9-7707D2EA2F94}" type="presOf" srcId="{1FD80A2F-6F76-4CB7-A948-2A0A48F7A637}" destId="{A4BAC005-0F73-4083-865C-F54EAEB15642}" srcOrd="0" destOrd="0" presId="urn:microsoft.com/office/officeart/2005/8/layout/chevron2"/>
    <dgm:cxn modelId="{A4EB06D4-06F0-41FC-9917-F0C149A5CD4F}" srcId="{9753BF2A-B99C-438B-84AA-13D011534DAA}" destId="{B309CEBC-37A2-4608-878A-11C6798A4CF7}" srcOrd="0" destOrd="0" parTransId="{276E9680-EE4D-4F1C-81A6-062B6ACAA6EA}" sibTransId="{6A1D65D9-EFB1-4B58-932B-9C91139C625C}"/>
    <dgm:cxn modelId="{6FAA59E2-236B-4038-903B-05B1B63F98D5}" type="presOf" srcId="{B309CEBC-37A2-4608-878A-11C6798A4CF7}" destId="{A1649D54-D274-4A6A-9F81-B617765E5C30}" srcOrd="0" destOrd="0" presId="urn:microsoft.com/office/officeart/2005/8/layout/chevron2"/>
    <dgm:cxn modelId="{2C481AF6-994B-4BEC-A525-04898E540092}" srcId="{B309CEBC-37A2-4608-878A-11C6798A4CF7}" destId="{BF33D770-C40B-4DC0-AA8E-F7A2EED04D99}" srcOrd="0" destOrd="0" parTransId="{55A25938-0284-4292-8160-3FDD986DA0B9}" sibTransId="{4F1AFD7A-EF58-42A8-8D25-ED5595638982}"/>
    <dgm:cxn modelId="{70A0C359-42FB-4172-9916-58977287E660}" type="presParOf" srcId="{B43F7D71-75E5-42A8-A9FF-C21E39885AAB}" destId="{46D7A04B-6FD8-4BC3-81AA-DD68F4B1309A}" srcOrd="0" destOrd="0" presId="urn:microsoft.com/office/officeart/2005/8/layout/chevron2"/>
    <dgm:cxn modelId="{76CCCBD2-07D3-4A5B-AB96-84E1AE5284A4}" type="presParOf" srcId="{46D7A04B-6FD8-4BC3-81AA-DD68F4B1309A}" destId="{A1649D54-D274-4A6A-9F81-B617765E5C30}" srcOrd="0" destOrd="0" presId="urn:microsoft.com/office/officeart/2005/8/layout/chevron2"/>
    <dgm:cxn modelId="{8BFAF493-8754-469A-8531-4B1C3EA6C56D}" type="presParOf" srcId="{46D7A04B-6FD8-4BC3-81AA-DD68F4B1309A}" destId="{4E26D2EC-157E-40C2-A91D-CAC2538639A3}" srcOrd="1" destOrd="0" presId="urn:microsoft.com/office/officeart/2005/8/layout/chevron2"/>
    <dgm:cxn modelId="{91FF86BB-DD18-4E34-AF3A-1B10014A5D14}" type="presParOf" srcId="{B43F7D71-75E5-42A8-A9FF-C21E39885AAB}" destId="{DF0ED1D1-B51B-43B2-950F-30195D6C0696}" srcOrd="1" destOrd="0" presId="urn:microsoft.com/office/officeart/2005/8/layout/chevron2"/>
    <dgm:cxn modelId="{95E93273-4E9E-4461-8364-D0C914D32032}" type="presParOf" srcId="{B43F7D71-75E5-42A8-A9FF-C21E39885AAB}" destId="{6010C1CB-0A34-4A2D-B046-7411D85F16C2}" srcOrd="2" destOrd="0" presId="urn:microsoft.com/office/officeart/2005/8/layout/chevron2"/>
    <dgm:cxn modelId="{940A9420-4DB4-459C-97B5-D3F323F07B83}" type="presParOf" srcId="{6010C1CB-0A34-4A2D-B046-7411D85F16C2}" destId="{6FB7746D-7140-42A8-9DD8-3EB0317D576B}" srcOrd="0" destOrd="0" presId="urn:microsoft.com/office/officeart/2005/8/layout/chevron2"/>
    <dgm:cxn modelId="{81C83A2D-9EDC-4E66-A52C-6B505ECEAA21}" type="presParOf" srcId="{6010C1CB-0A34-4A2D-B046-7411D85F16C2}" destId="{7B3A4EE1-9BBD-42D6-A4EA-4212216A1992}" srcOrd="1" destOrd="0" presId="urn:microsoft.com/office/officeart/2005/8/layout/chevron2"/>
    <dgm:cxn modelId="{A4D24748-A5AB-4117-B16A-2ADFC7C5EEA4}" type="presParOf" srcId="{B43F7D71-75E5-42A8-A9FF-C21E39885AAB}" destId="{D007B9C2-CCC2-4824-85CD-20EA23B2AF1A}" srcOrd="3" destOrd="0" presId="urn:microsoft.com/office/officeart/2005/8/layout/chevron2"/>
    <dgm:cxn modelId="{8DF1010E-E92D-4E3A-BE8A-178DCFBD4585}" type="presParOf" srcId="{B43F7D71-75E5-42A8-A9FF-C21E39885AAB}" destId="{1AC52CC4-A1DC-4577-9B46-3C6CAC34BA51}" srcOrd="4" destOrd="0" presId="urn:microsoft.com/office/officeart/2005/8/layout/chevron2"/>
    <dgm:cxn modelId="{66ADB104-D4C4-4D75-A637-861063623BAB}" type="presParOf" srcId="{1AC52CC4-A1DC-4577-9B46-3C6CAC34BA51}" destId="{A4BAC005-0F73-4083-865C-F54EAEB15642}" srcOrd="0" destOrd="0" presId="urn:microsoft.com/office/officeart/2005/8/layout/chevron2"/>
    <dgm:cxn modelId="{74BBBB6E-9A89-4DA0-BE34-DDC798E16F37}" type="presParOf" srcId="{1AC52CC4-A1DC-4577-9B46-3C6CAC34BA51}" destId="{63FA588B-0999-41C6-BC79-27D8C03E9B58}"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0FC1B3-0D48-40AE-AA74-1B19723E81D6}"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zh-CN" altLang="en-US"/>
        </a:p>
      </dgm:t>
    </dgm:pt>
    <dgm:pt modelId="{5A9227D9-E5B9-4E9F-BB48-14CCDAA157A7}">
      <dgm:prSet phldrT="[文本]">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solidFill>
            <a:schemeClr val="accent5">
              <a:lumMod val="50000"/>
            </a:schemeClr>
          </a:solidFill>
        </a:ln>
      </dgm:spPr>
      <dgm:t>
        <a:bodyPr/>
        <a:lstStyle/>
        <a:p>
          <a:r>
            <a:rPr lang="zh-CN" altLang="en-US" dirty="0"/>
            <a:t>属性模块</a:t>
          </a:r>
        </a:p>
      </dgm:t>
    </dgm:pt>
    <dgm:pt modelId="{AA515832-BC0A-4886-9AB7-0457BF7CACAB}" type="parTrans" cxnId="{BFAC8518-12EF-4C89-B386-541F54BBBF7C}">
      <dgm:prSet/>
      <dgm:spPr/>
      <dgm:t>
        <a:bodyPr/>
        <a:lstStyle/>
        <a:p>
          <a:endParaRPr lang="zh-CN" altLang="en-US"/>
        </a:p>
      </dgm:t>
    </dgm:pt>
    <dgm:pt modelId="{93D54757-780A-490F-9C56-5BF788F57519}" type="sibTrans" cxnId="{BFAC8518-12EF-4C89-B386-541F54BBBF7C}">
      <dgm:prSet/>
      <dgm:spPr/>
      <dgm:t>
        <a:bodyPr/>
        <a:lstStyle/>
        <a:p>
          <a:endParaRPr lang="zh-CN" altLang="en-US"/>
        </a:p>
      </dgm:t>
    </dgm:pt>
    <dgm:pt modelId="{64D8393B-7875-4628-9E14-6466745C851B}">
      <dgm:prSet phldrT="[文本]"/>
      <dgm:spPr>
        <a:solidFill>
          <a:schemeClr val="accent5">
            <a:lumMod val="75000"/>
          </a:schemeClr>
        </a:solidFill>
      </dgm:spPr>
      <dgm:t>
        <a:bodyPr/>
        <a:lstStyle/>
        <a:p>
          <a:r>
            <a:rPr lang="zh-CN" altLang="en-US" dirty="0"/>
            <a:t>角色裸装属性</a:t>
          </a:r>
        </a:p>
      </dgm:t>
    </dgm:pt>
    <dgm:pt modelId="{53E24C14-FCF6-458B-B98F-EBFE07CBDE13}" type="parTrans" cxnId="{822D8518-6199-4E10-B6CC-E0BB53A92AEE}">
      <dgm:prSet/>
      <dgm:spPr/>
      <dgm:t>
        <a:bodyPr/>
        <a:lstStyle/>
        <a:p>
          <a:endParaRPr lang="zh-CN" altLang="en-US"/>
        </a:p>
      </dgm:t>
    </dgm:pt>
    <dgm:pt modelId="{F3B621E9-99FD-47D5-AC11-2361C2387BE0}" type="sibTrans" cxnId="{822D8518-6199-4E10-B6CC-E0BB53A92AEE}">
      <dgm:prSet/>
      <dgm:spPr/>
      <dgm:t>
        <a:bodyPr/>
        <a:lstStyle/>
        <a:p>
          <a:endParaRPr lang="zh-CN" altLang="en-US"/>
        </a:p>
      </dgm:t>
    </dgm:pt>
    <dgm:pt modelId="{DE89FBAB-A038-4E5E-87E6-AD34B63E9A27}">
      <dgm:prSet phldrT="[文本]"/>
      <dgm:spPr>
        <a:solidFill>
          <a:schemeClr val="accent5">
            <a:lumMod val="75000"/>
          </a:schemeClr>
        </a:solidFill>
      </dgm:spPr>
      <dgm:t>
        <a:bodyPr/>
        <a:lstStyle/>
        <a:p>
          <a:r>
            <a:rPr lang="zh-CN" altLang="en-US" dirty="0"/>
            <a:t>其它系统加成属性</a:t>
          </a:r>
          <a:endParaRPr lang="en-US" altLang="zh-CN" dirty="0"/>
        </a:p>
      </dgm:t>
    </dgm:pt>
    <dgm:pt modelId="{8B9E9E9F-DF34-4945-B4BC-B2AE4A920281}" type="parTrans" cxnId="{E15AA0CC-175D-4730-B093-B87A9EB27612}">
      <dgm:prSet/>
      <dgm:spPr/>
      <dgm:t>
        <a:bodyPr/>
        <a:lstStyle/>
        <a:p>
          <a:endParaRPr lang="zh-CN" altLang="en-US"/>
        </a:p>
      </dgm:t>
    </dgm:pt>
    <dgm:pt modelId="{AA3E9892-A972-491D-B351-7C656CEB340B}" type="sibTrans" cxnId="{E15AA0CC-175D-4730-B093-B87A9EB27612}">
      <dgm:prSet/>
      <dgm:spPr/>
      <dgm:t>
        <a:bodyPr/>
        <a:lstStyle/>
        <a:p>
          <a:endParaRPr lang="zh-CN" altLang="en-US"/>
        </a:p>
      </dgm:t>
    </dgm:pt>
    <dgm:pt modelId="{FE5C84DF-671F-4FC6-BCD6-4FE3D614A9C0}">
      <dgm:prSet phldrT="[文本]" phldr="1"/>
      <dgm:spPr/>
      <dgm:t>
        <a:bodyPr/>
        <a:lstStyle/>
        <a:p>
          <a:endParaRPr lang="zh-CN" altLang="en-US"/>
        </a:p>
      </dgm:t>
    </dgm:pt>
    <dgm:pt modelId="{D99DAC98-BC82-444B-B805-79E69BFEE7E2}" type="parTrans" cxnId="{57B40E6A-2FB8-47DC-AF70-06AF58C25859}">
      <dgm:prSet/>
      <dgm:spPr/>
      <dgm:t>
        <a:bodyPr/>
        <a:lstStyle/>
        <a:p>
          <a:endParaRPr lang="zh-CN" altLang="en-US"/>
        </a:p>
      </dgm:t>
    </dgm:pt>
    <dgm:pt modelId="{BC37374B-A99E-4D7B-87E4-4A5179D4C4BB}" type="sibTrans" cxnId="{57B40E6A-2FB8-47DC-AF70-06AF58C25859}">
      <dgm:prSet/>
      <dgm:spPr/>
      <dgm:t>
        <a:bodyPr/>
        <a:lstStyle/>
        <a:p>
          <a:endParaRPr lang="zh-CN" altLang="en-US"/>
        </a:p>
      </dgm:t>
    </dgm:pt>
    <dgm:pt modelId="{FD6A67ED-E99E-4255-9606-542FF9BAFC60}" type="pres">
      <dgm:prSet presAssocID="{EF0FC1B3-0D48-40AE-AA74-1B19723E81D6}" presName="Name0" presStyleCnt="0">
        <dgm:presLayoutVars>
          <dgm:chMax val="1"/>
          <dgm:dir/>
          <dgm:animLvl val="ctr"/>
          <dgm:resizeHandles val="exact"/>
        </dgm:presLayoutVars>
      </dgm:prSet>
      <dgm:spPr/>
    </dgm:pt>
    <dgm:pt modelId="{F9420EB3-8235-4314-B6F8-6D71A8CAE667}" type="pres">
      <dgm:prSet presAssocID="{5A9227D9-E5B9-4E9F-BB48-14CCDAA157A7}" presName="centerShape" presStyleLbl="node0" presStyleIdx="0" presStyleCnt="1"/>
      <dgm:spPr/>
    </dgm:pt>
    <dgm:pt modelId="{542C8181-1D78-4FC1-9843-07A08F9B0EA4}" type="pres">
      <dgm:prSet presAssocID="{64D8393B-7875-4628-9E14-6466745C851B}" presName="node" presStyleLbl="node1" presStyleIdx="0" presStyleCnt="2">
        <dgm:presLayoutVars>
          <dgm:bulletEnabled val="1"/>
        </dgm:presLayoutVars>
      </dgm:prSet>
      <dgm:spPr/>
    </dgm:pt>
    <dgm:pt modelId="{D218A58A-FE09-43B4-8A2B-DBCD6914A9EA}" type="pres">
      <dgm:prSet presAssocID="{64D8393B-7875-4628-9E14-6466745C851B}" presName="dummy" presStyleCnt="0"/>
      <dgm:spPr/>
    </dgm:pt>
    <dgm:pt modelId="{96E92CA4-6D65-42E7-B75C-3E94CB2B954D}" type="pres">
      <dgm:prSet presAssocID="{F3B621E9-99FD-47D5-AC11-2361C2387BE0}" presName="sibTrans" presStyleLbl="sibTrans2D1" presStyleIdx="0" presStyleCnt="2" custLinFactNeighborX="1941" custRadScaleRad="173489"/>
      <dgm:spPr/>
    </dgm:pt>
    <dgm:pt modelId="{8360725E-A13C-4F55-843F-B1C6403C1110}" type="pres">
      <dgm:prSet presAssocID="{DE89FBAB-A038-4E5E-87E6-AD34B63E9A27}" presName="node" presStyleLbl="node1" presStyleIdx="1" presStyleCnt="2">
        <dgm:presLayoutVars>
          <dgm:bulletEnabled val="1"/>
        </dgm:presLayoutVars>
      </dgm:prSet>
      <dgm:spPr/>
    </dgm:pt>
    <dgm:pt modelId="{940D5229-1C88-48B8-ADB2-28B75B4B9E6B}" type="pres">
      <dgm:prSet presAssocID="{DE89FBAB-A038-4E5E-87E6-AD34B63E9A27}" presName="dummy" presStyleCnt="0"/>
      <dgm:spPr/>
    </dgm:pt>
    <dgm:pt modelId="{B56E0513-F990-4C75-B315-021954913CBB}" type="pres">
      <dgm:prSet presAssocID="{AA3E9892-A972-491D-B351-7C656CEB340B}" presName="sibTrans" presStyleLbl="sibTrans2D1" presStyleIdx="1" presStyleCnt="2"/>
      <dgm:spPr/>
    </dgm:pt>
  </dgm:ptLst>
  <dgm:cxnLst>
    <dgm:cxn modelId="{822D8518-6199-4E10-B6CC-E0BB53A92AEE}" srcId="{5A9227D9-E5B9-4E9F-BB48-14CCDAA157A7}" destId="{64D8393B-7875-4628-9E14-6466745C851B}" srcOrd="0" destOrd="0" parTransId="{53E24C14-FCF6-458B-B98F-EBFE07CBDE13}" sibTransId="{F3B621E9-99FD-47D5-AC11-2361C2387BE0}"/>
    <dgm:cxn modelId="{BFAC8518-12EF-4C89-B386-541F54BBBF7C}" srcId="{EF0FC1B3-0D48-40AE-AA74-1B19723E81D6}" destId="{5A9227D9-E5B9-4E9F-BB48-14CCDAA157A7}" srcOrd="0" destOrd="0" parTransId="{AA515832-BC0A-4886-9AB7-0457BF7CACAB}" sibTransId="{93D54757-780A-490F-9C56-5BF788F57519}"/>
    <dgm:cxn modelId="{3A3AB85D-1ACC-432F-B0C4-90ECE13C36E4}" type="presOf" srcId="{64D8393B-7875-4628-9E14-6466745C851B}" destId="{542C8181-1D78-4FC1-9843-07A08F9B0EA4}" srcOrd="0" destOrd="0" presId="urn:microsoft.com/office/officeart/2005/8/layout/radial6"/>
    <dgm:cxn modelId="{57B40E6A-2FB8-47DC-AF70-06AF58C25859}" srcId="{EF0FC1B3-0D48-40AE-AA74-1B19723E81D6}" destId="{FE5C84DF-671F-4FC6-BCD6-4FE3D614A9C0}" srcOrd="1" destOrd="0" parTransId="{D99DAC98-BC82-444B-B805-79E69BFEE7E2}" sibTransId="{BC37374B-A99E-4D7B-87E4-4A5179D4C4BB}"/>
    <dgm:cxn modelId="{EDE0D76E-3692-431D-9B82-2457752A3F14}" type="presOf" srcId="{AA3E9892-A972-491D-B351-7C656CEB340B}" destId="{B56E0513-F990-4C75-B315-021954913CBB}" srcOrd="0" destOrd="0" presId="urn:microsoft.com/office/officeart/2005/8/layout/radial6"/>
    <dgm:cxn modelId="{F44FC876-F1D2-40C6-A152-1E5ABB2E71E4}" type="presOf" srcId="{DE89FBAB-A038-4E5E-87E6-AD34B63E9A27}" destId="{8360725E-A13C-4F55-843F-B1C6403C1110}" srcOrd="0" destOrd="0" presId="urn:microsoft.com/office/officeart/2005/8/layout/radial6"/>
    <dgm:cxn modelId="{7268589F-18AD-4FA4-95FF-C2F1CD8EF9F3}" type="presOf" srcId="{EF0FC1B3-0D48-40AE-AA74-1B19723E81D6}" destId="{FD6A67ED-E99E-4255-9606-542FF9BAFC60}" srcOrd="0" destOrd="0" presId="urn:microsoft.com/office/officeart/2005/8/layout/radial6"/>
    <dgm:cxn modelId="{DA93F2A6-AB1B-4E90-AB71-6F59F19E2F35}" type="presOf" srcId="{5A9227D9-E5B9-4E9F-BB48-14CCDAA157A7}" destId="{F9420EB3-8235-4314-B6F8-6D71A8CAE667}" srcOrd="0" destOrd="0" presId="urn:microsoft.com/office/officeart/2005/8/layout/radial6"/>
    <dgm:cxn modelId="{541116C4-3AD4-4BBE-A0E2-AE9E2982BFFA}" type="presOf" srcId="{F3B621E9-99FD-47D5-AC11-2361C2387BE0}" destId="{96E92CA4-6D65-42E7-B75C-3E94CB2B954D}" srcOrd="0" destOrd="0" presId="urn:microsoft.com/office/officeart/2005/8/layout/radial6"/>
    <dgm:cxn modelId="{E15AA0CC-175D-4730-B093-B87A9EB27612}" srcId="{5A9227D9-E5B9-4E9F-BB48-14CCDAA157A7}" destId="{DE89FBAB-A038-4E5E-87E6-AD34B63E9A27}" srcOrd="1" destOrd="0" parTransId="{8B9E9E9F-DF34-4945-B4BC-B2AE4A920281}" sibTransId="{AA3E9892-A972-491D-B351-7C656CEB340B}"/>
    <dgm:cxn modelId="{3011803D-7986-468C-A465-7AF507E72CBE}" type="presParOf" srcId="{FD6A67ED-E99E-4255-9606-542FF9BAFC60}" destId="{F9420EB3-8235-4314-B6F8-6D71A8CAE667}" srcOrd="0" destOrd="0" presId="urn:microsoft.com/office/officeart/2005/8/layout/radial6"/>
    <dgm:cxn modelId="{7A99BD2B-A1AD-4F3C-ABEF-231DA31D4CAD}" type="presParOf" srcId="{FD6A67ED-E99E-4255-9606-542FF9BAFC60}" destId="{542C8181-1D78-4FC1-9843-07A08F9B0EA4}" srcOrd="1" destOrd="0" presId="urn:microsoft.com/office/officeart/2005/8/layout/radial6"/>
    <dgm:cxn modelId="{7D37F1FF-5D44-45AB-896A-9BBF943C6881}" type="presParOf" srcId="{FD6A67ED-E99E-4255-9606-542FF9BAFC60}" destId="{D218A58A-FE09-43B4-8A2B-DBCD6914A9EA}" srcOrd="2" destOrd="0" presId="urn:microsoft.com/office/officeart/2005/8/layout/radial6"/>
    <dgm:cxn modelId="{15F0EF81-8B77-4EBD-B9DF-D1B088644C11}" type="presParOf" srcId="{FD6A67ED-E99E-4255-9606-542FF9BAFC60}" destId="{96E92CA4-6D65-42E7-B75C-3E94CB2B954D}" srcOrd="3" destOrd="0" presId="urn:microsoft.com/office/officeart/2005/8/layout/radial6"/>
    <dgm:cxn modelId="{021328D9-4762-4E86-9A87-18DC22E8874E}" type="presParOf" srcId="{FD6A67ED-E99E-4255-9606-542FF9BAFC60}" destId="{8360725E-A13C-4F55-843F-B1C6403C1110}" srcOrd="4" destOrd="0" presId="urn:microsoft.com/office/officeart/2005/8/layout/radial6"/>
    <dgm:cxn modelId="{14DC5B88-1801-4EDA-9F97-86F59258336D}" type="presParOf" srcId="{FD6A67ED-E99E-4255-9606-542FF9BAFC60}" destId="{940D5229-1C88-48B8-ADB2-28B75B4B9E6B}" srcOrd="5" destOrd="0" presId="urn:microsoft.com/office/officeart/2005/8/layout/radial6"/>
    <dgm:cxn modelId="{97FAE3DD-99B9-4E2F-B22B-150F8B0B7631}" type="presParOf" srcId="{FD6A67ED-E99E-4255-9606-542FF9BAFC60}" destId="{B56E0513-F990-4C75-B315-021954913CBB}" srcOrd="6"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0FC1B3-0D48-40AE-AA74-1B19723E81D6}"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zh-CN" altLang="en-US"/>
        </a:p>
      </dgm:t>
    </dgm:pt>
    <dgm:pt modelId="{5A9227D9-E5B9-4E9F-BB48-14CCDAA157A7}">
      <dgm:prSet phldrT="[文本]">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solidFill>
            <a:schemeClr val="accent5">
              <a:lumMod val="50000"/>
            </a:schemeClr>
          </a:solidFill>
        </a:ln>
      </dgm:spPr>
      <dgm:t>
        <a:bodyPr/>
        <a:lstStyle/>
        <a:p>
          <a:r>
            <a:rPr lang="zh-CN" altLang="en-US" dirty="0"/>
            <a:t>战斗数值</a:t>
          </a:r>
        </a:p>
      </dgm:t>
    </dgm:pt>
    <dgm:pt modelId="{AA515832-BC0A-4886-9AB7-0457BF7CACAB}" type="parTrans" cxnId="{BFAC8518-12EF-4C89-B386-541F54BBBF7C}">
      <dgm:prSet/>
      <dgm:spPr/>
      <dgm:t>
        <a:bodyPr/>
        <a:lstStyle/>
        <a:p>
          <a:endParaRPr lang="zh-CN" altLang="en-US"/>
        </a:p>
      </dgm:t>
    </dgm:pt>
    <dgm:pt modelId="{93D54757-780A-490F-9C56-5BF788F57519}" type="sibTrans" cxnId="{BFAC8518-12EF-4C89-B386-541F54BBBF7C}">
      <dgm:prSet/>
      <dgm:spPr/>
      <dgm:t>
        <a:bodyPr/>
        <a:lstStyle/>
        <a:p>
          <a:endParaRPr lang="zh-CN" altLang="en-US"/>
        </a:p>
      </dgm:t>
    </dgm:pt>
    <dgm:pt modelId="{64D8393B-7875-4628-9E14-6466745C851B}">
      <dgm:prSet phldrT="[文本]"/>
      <dgm:spPr>
        <a:solidFill>
          <a:schemeClr val="accent5">
            <a:lumMod val="75000"/>
          </a:schemeClr>
        </a:solidFill>
      </dgm:spPr>
      <dgm:t>
        <a:bodyPr/>
        <a:lstStyle/>
        <a:p>
          <a:r>
            <a:rPr lang="zh-CN" altLang="en-US" dirty="0"/>
            <a:t>属性模块</a:t>
          </a:r>
        </a:p>
      </dgm:t>
    </dgm:pt>
    <dgm:pt modelId="{53E24C14-FCF6-458B-B98F-EBFE07CBDE13}" type="parTrans" cxnId="{822D8518-6199-4E10-B6CC-E0BB53A92AEE}">
      <dgm:prSet/>
      <dgm:spPr/>
      <dgm:t>
        <a:bodyPr/>
        <a:lstStyle/>
        <a:p>
          <a:endParaRPr lang="zh-CN" altLang="en-US"/>
        </a:p>
      </dgm:t>
    </dgm:pt>
    <dgm:pt modelId="{F3B621E9-99FD-47D5-AC11-2361C2387BE0}" type="sibTrans" cxnId="{822D8518-6199-4E10-B6CC-E0BB53A92AEE}">
      <dgm:prSet/>
      <dgm:spPr/>
      <dgm:t>
        <a:bodyPr/>
        <a:lstStyle/>
        <a:p>
          <a:endParaRPr lang="zh-CN" altLang="en-US"/>
        </a:p>
      </dgm:t>
    </dgm:pt>
    <dgm:pt modelId="{DE89FBAB-A038-4E5E-87E6-AD34B63E9A27}">
      <dgm:prSet phldrT="[文本]"/>
      <dgm:spPr>
        <a:solidFill>
          <a:schemeClr val="accent5">
            <a:lumMod val="75000"/>
          </a:schemeClr>
        </a:solidFill>
      </dgm:spPr>
      <dgm:t>
        <a:bodyPr/>
        <a:lstStyle/>
        <a:p>
          <a:r>
            <a:rPr lang="zh-CN" altLang="en-US" dirty="0"/>
            <a:t>技能模块</a:t>
          </a:r>
          <a:endParaRPr lang="en-US" altLang="zh-CN" dirty="0"/>
        </a:p>
      </dgm:t>
    </dgm:pt>
    <dgm:pt modelId="{8B9E9E9F-DF34-4945-B4BC-B2AE4A920281}" type="parTrans" cxnId="{E15AA0CC-175D-4730-B093-B87A9EB27612}">
      <dgm:prSet/>
      <dgm:spPr/>
      <dgm:t>
        <a:bodyPr/>
        <a:lstStyle/>
        <a:p>
          <a:endParaRPr lang="zh-CN" altLang="en-US"/>
        </a:p>
      </dgm:t>
    </dgm:pt>
    <dgm:pt modelId="{AA3E9892-A972-491D-B351-7C656CEB340B}" type="sibTrans" cxnId="{E15AA0CC-175D-4730-B093-B87A9EB27612}">
      <dgm:prSet/>
      <dgm:spPr/>
      <dgm:t>
        <a:bodyPr/>
        <a:lstStyle/>
        <a:p>
          <a:endParaRPr lang="zh-CN" altLang="en-US"/>
        </a:p>
      </dgm:t>
    </dgm:pt>
    <dgm:pt modelId="{FE5C84DF-671F-4FC6-BCD6-4FE3D614A9C0}">
      <dgm:prSet phldrT="[文本]" phldr="1"/>
      <dgm:spPr/>
      <dgm:t>
        <a:bodyPr/>
        <a:lstStyle/>
        <a:p>
          <a:endParaRPr lang="zh-CN" altLang="en-US" dirty="0"/>
        </a:p>
      </dgm:t>
    </dgm:pt>
    <dgm:pt modelId="{D99DAC98-BC82-444B-B805-79E69BFEE7E2}" type="parTrans" cxnId="{57B40E6A-2FB8-47DC-AF70-06AF58C25859}">
      <dgm:prSet/>
      <dgm:spPr/>
      <dgm:t>
        <a:bodyPr/>
        <a:lstStyle/>
        <a:p>
          <a:endParaRPr lang="zh-CN" altLang="en-US"/>
        </a:p>
      </dgm:t>
    </dgm:pt>
    <dgm:pt modelId="{BC37374B-A99E-4D7B-87E4-4A5179D4C4BB}" type="sibTrans" cxnId="{57B40E6A-2FB8-47DC-AF70-06AF58C25859}">
      <dgm:prSet/>
      <dgm:spPr/>
      <dgm:t>
        <a:bodyPr/>
        <a:lstStyle/>
        <a:p>
          <a:endParaRPr lang="zh-CN" altLang="en-US"/>
        </a:p>
      </dgm:t>
    </dgm:pt>
    <dgm:pt modelId="{8F7FE2F7-3D18-421E-8266-7D51DB5AD82C}">
      <dgm:prSet phldrT="[文本]"/>
      <dgm:spPr>
        <a:solidFill>
          <a:schemeClr val="accent5">
            <a:lumMod val="75000"/>
          </a:schemeClr>
        </a:solidFill>
      </dgm:spPr>
      <dgm:t>
        <a:bodyPr/>
        <a:lstStyle/>
        <a:p>
          <a:r>
            <a:rPr lang="zh-CN" altLang="en-US" dirty="0"/>
            <a:t>概率数值</a:t>
          </a:r>
          <a:endParaRPr lang="en-US" altLang="zh-CN" dirty="0"/>
        </a:p>
      </dgm:t>
    </dgm:pt>
    <dgm:pt modelId="{B0BDBAC5-EB48-40DB-A8D3-9BE34F69FBE8}" type="parTrans" cxnId="{D6613459-AF19-463F-85A0-BC7A60B6DB66}">
      <dgm:prSet/>
      <dgm:spPr/>
      <dgm:t>
        <a:bodyPr/>
        <a:lstStyle/>
        <a:p>
          <a:endParaRPr lang="zh-CN" altLang="en-US"/>
        </a:p>
      </dgm:t>
    </dgm:pt>
    <dgm:pt modelId="{69C55AD8-D1CA-4906-A3A4-AC75244F91AF}" type="sibTrans" cxnId="{D6613459-AF19-463F-85A0-BC7A60B6DB66}">
      <dgm:prSet/>
      <dgm:spPr/>
      <dgm:t>
        <a:bodyPr/>
        <a:lstStyle/>
        <a:p>
          <a:endParaRPr lang="zh-CN" altLang="en-US"/>
        </a:p>
      </dgm:t>
    </dgm:pt>
    <dgm:pt modelId="{5D06FA1D-600A-41B1-B4F1-1AF78FBB8CF1}">
      <dgm:prSet phldrT="[文本]"/>
      <dgm:spPr>
        <a:solidFill>
          <a:schemeClr val="accent5">
            <a:lumMod val="75000"/>
          </a:schemeClr>
        </a:solidFill>
      </dgm:spPr>
      <dgm:t>
        <a:bodyPr/>
        <a:lstStyle/>
        <a:p>
          <a:r>
            <a:rPr lang="zh-CN" altLang="en-US" dirty="0"/>
            <a:t>道具模块</a:t>
          </a:r>
          <a:endParaRPr lang="en-US" altLang="zh-CN" dirty="0"/>
        </a:p>
      </dgm:t>
    </dgm:pt>
    <dgm:pt modelId="{86B8782F-91B6-40BF-930D-4655B66C9E6F}" type="parTrans" cxnId="{0BE9A29B-AAC2-4E8D-A89E-28A2CCB3DC49}">
      <dgm:prSet/>
      <dgm:spPr/>
      <dgm:t>
        <a:bodyPr/>
        <a:lstStyle/>
        <a:p>
          <a:endParaRPr lang="zh-CN" altLang="en-US"/>
        </a:p>
      </dgm:t>
    </dgm:pt>
    <dgm:pt modelId="{EAEC29B0-D1D3-4048-ABCA-39547985C2BA}" type="sibTrans" cxnId="{0BE9A29B-AAC2-4E8D-A89E-28A2CCB3DC49}">
      <dgm:prSet/>
      <dgm:spPr/>
      <dgm:t>
        <a:bodyPr/>
        <a:lstStyle/>
        <a:p>
          <a:endParaRPr lang="zh-CN" altLang="en-US"/>
        </a:p>
      </dgm:t>
    </dgm:pt>
    <dgm:pt modelId="{FD6A67ED-E99E-4255-9606-542FF9BAFC60}" type="pres">
      <dgm:prSet presAssocID="{EF0FC1B3-0D48-40AE-AA74-1B19723E81D6}" presName="Name0" presStyleCnt="0">
        <dgm:presLayoutVars>
          <dgm:chMax val="1"/>
          <dgm:dir/>
          <dgm:animLvl val="ctr"/>
          <dgm:resizeHandles val="exact"/>
        </dgm:presLayoutVars>
      </dgm:prSet>
      <dgm:spPr/>
    </dgm:pt>
    <dgm:pt modelId="{F9420EB3-8235-4314-B6F8-6D71A8CAE667}" type="pres">
      <dgm:prSet presAssocID="{5A9227D9-E5B9-4E9F-BB48-14CCDAA157A7}" presName="centerShape" presStyleLbl="node0" presStyleIdx="0" presStyleCnt="1"/>
      <dgm:spPr/>
    </dgm:pt>
    <dgm:pt modelId="{542C8181-1D78-4FC1-9843-07A08F9B0EA4}" type="pres">
      <dgm:prSet presAssocID="{64D8393B-7875-4628-9E14-6466745C851B}" presName="node" presStyleLbl="node1" presStyleIdx="0" presStyleCnt="4">
        <dgm:presLayoutVars>
          <dgm:bulletEnabled val="1"/>
        </dgm:presLayoutVars>
      </dgm:prSet>
      <dgm:spPr/>
    </dgm:pt>
    <dgm:pt modelId="{D218A58A-FE09-43B4-8A2B-DBCD6914A9EA}" type="pres">
      <dgm:prSet presAssocID="{64D8393B-7875-4628-9E14-6466745C851B}" presName="dummy" presStyleCnt="0"/>
      <dgm:spPr/>
    </dgm:pt>
    <dgm:pt modelId="{96E92CA4-6D65-42E7-B75C-3E94CB2B954D}" type="pres">
      <dgm:prSet presAssocID="{F3B621E9-99FD-47D5-AC11-2361C2387BE0}" presName="sibTrans" presStyleLbl="sibTrans2D1" presStyleIdx="0" presStyleCnt="4" custLinFactNeighborX="1941" custRadScaleRad="173489"/>
      <dgm:spPr/>
    </dgm:pt>
    <dgm:pt modelId="{8360725E-A13C-4F55-843F-B1C6403C1110}" type="pres">
      <dgm:prSet presAssocID="{DE89FBAB-A038-4E5E-87E6-AD34B63E9A27}" presName="node" presStyleLbl="node1" presStyleIdx="1" presStyleCnt="4">
        <dgm:presLayoutVars>
          <dgm:bulletEnabled val="1"/>
        </dgm:presLayoutVars>
      </dgm:prSet>
      <dgm:spPr/>
    </dgm:pt>
    <dgm:pt modelId="{940D5229-1C88-48B8-ADB2-28B75B4B9E6B}" type="pres">
      <dgm:prSet presAssocID="{DE89FBAB-A038-4E5E-87E6-AD34B63E9A27}" presName="dummy" presStyleCnt="0"/>
      <dgm:spPr/>
    </dgm:pt>
    <dgm:pt modelId="{B56E0513-F990-4C75-B315-021954913CBB}" type="pres">
      <dgm:prSet presAssocID="{AA3E9892-A972-491D-B351-7C656CEB340B}" presName="sibTrans" presStyleLbl="sibTrans2D1" presStyleIdx="1" presStyleCnt="4"/>
      <dgm:spPr/>
    </dgm:pt>
    <dgm:pt modelId="{CF1D6370-66E2-4A24-861E-2DB86382BFC1}" type="pres">
      <dgm:prSet presAssocID="{8F7FE2F7-3D18-421E-8266-7D51DB5AD82C}" presName="node" presStyleLbl="node1" presStyleIdx="2" presStyleCnt="4">
        <dgm:presLayoutVars>
          <dgm:bulletEnabled val="1"/>
        </dgm:presLayoutVars>
      </dgm:prSet>
      <dgm:spPr/>
    </dgm:pt>
    <dgm:pt modelId="{7ADF6013-1107-4863-BF42-1D701704E40C}" type="pres">
      <dgm:prSet presAssocID="{8F7FE2F7-3D18-421E-8266-7D51DB5AD82C}" presName="dummy" presStyleCnt="0"/>
      <dgm:spPr/>
    </dgm:pt>
    <dgm:pt modelId="{F5B7F2EC-078E-4137-9A78-E8AAD44C2DBC}" type="pres">
      <dgm:prSet presAssocID="{69C55AD8-D1CA-4906-A3A4-AC75244F91AF}" presName="sibTrans" presStyleLbl="sibTrans2D1" presStyleIdx="2" presStyleCnt="4"/>
      <dgm:spPr/>
    </dgm:pt>
    <dgm:pt modelId="{0B58268E-3031-4357-BA7E-E461ABAB90FF}" type="pres">
      <dgm:prSet presAssocID="{5D06FA1D-600A-41B1-B4F1-1AF78FBB8CF1}" presName="node" presStyleLbl="node1" presStyleIdx="3" presStyleCnt="4">
        <dgm:presLayoutVars>
          <dgm:bulletEnabled val="1"/>
        </dgm:presLayoutVars>
      </dgm:prSet>
      <dgm:spPr/>
    </dgm:pt>
    <dgm:pt modelId="{82B7776D-CF12-407B-8609-96023827D088}" type="pres">
      <dgm:prSet presAssocID="{5D06FA1D-600A-41B1-B4F1-1AF78FBB8CF1}" presName="dummy" presStyleCnt="0"/>
      <dgm:spPr/>
    </dgm:pt>
    <dgm:pt modelId="{BB3B3AC8-A089-4811-A6CA-1B014E0B3547}" type="pres">
      <dgm:prSet presAssocID="{EAEC29B0-D1D3-4048-ABCA-39547985C2BA}" presName="sibTrans" presStyleLbl="sibTrans2D1" presStyleIdx="3" presStyleCnt="4"/>
      <dgm:spPr/>
    </dgm:pt>
  </dgm:ptLst>
  <dgm:cxnLst>
    <dgm:cxn modelId="{822D8518-6199-4E10-B6CC-E0BB53A92AEE}" srcId="{5A9227D9-E5B9-4E9F-BB48-14CCDAA157A7}" destId="{64D8393B-7875-4628-9E14-6466745C851B}" srcOrd="0" destOrd="0" parTransId="{53E24C14-FCF6-458B-B98F-EBFE07CBDE13}" sibTransId="{F3B621E9-99FD-47D5-AC11-2361C2387BE0}"/>
    <dgm:cxn modelId="{BFAC8518-12EF-4C89-B386-541F54BBBF7C}" srcId="{EF0FC1B3-0D48-40AE-AA74-1B19723E81D6}" destId="{5A9227D9-E5B9-4E9F-BB48-14CCDAA157A7}" srcOrd="0" destOrd="0" parTransId="{AA515832-BC0A-4886-9AB7-0457BF7CACAB}" sibTransId="{93D54757-780A-490F-9C56-5BF788F57519}"/>
    <dgm:cxn modelId="{5777452C-E7BD-4E43-9B1B-3143B04E0131}" type="presOf" srcId="{F3B621E9-99FD-47D5-AC11-2361C2387BE0}" destId="{96E92CA4-6D65-42E7-B75C-3E94CB2B954D}" srcOrd="0" destOrd="0" presId="urn:microsoft.com/office/officeart/2005/8/layout/radial6"/>
    <dgm:cxn modelId="{73BA7D34-656F-4BA8-B1CC-4DB1296DCEDC}" type="presOf" srcId="{5D06FA1D-600A-41B1-B4F1-1AF78FBB8CF1}" destId="{0B58268E-3031-4357-BA7E-E461ABAB90FF}" srcOrd="0" destOrd="0" presId="urn:microsoft.com/office/officeart/2005/8/layout/radial6"/>
    <dgm:cxn modelId="{4B957043-D9AC-4B53-9F1D-2BAF9EFBBB89}" type="presOf" srcId="{5A9227D9-E5B9-4E9F-BB48-14CCDAA157A7}" destId="{F9420EB3-8235-4314-B6F8-6D71A8CAE667}" srcOrd="0" destOrd="0" presId="urn:microsoft.com/office/officeart/2005/8/layout/radial6"/>
    <dgm:cxn modelId="{DE089568-A336-4EFA-AA58-D9EEBC4F2B1D}" type="presOf" srcId="{EAEC29B0-D1D3-4048-ABCA-39547985C2BA}" destId="{BB3B3AC8-A089-4811-A6CA-1B014E0B3547}" srcOrd="0" destOrd="0" presId="urn:microsoft.com/office/officeart/2005/8/layout/radial6"/>
    <dgm:cxn modelId="{57B40E6A-2FB8-47DC-AF70-06AF58C25859}" srcId="{EF0FC1B3-0D48-40AE-AA74-1B19723E81D6}" destId="{FE5C84DF-671F-4FC6-BCD6-4FE3D614A9C0}" srcOrd="1" destOrd="0" parTransId="{D99DAC98-BC82-444B-B805-79E69BFEE7E2}" sibTransId="{BC37374B-A99E-4D7B-87E4-4A5179D4C4BB}"/>
    <dgm:cxn modelId="{3434A36A-AC9B-49C9-9CB2-23455645FC78}" type="presOf" srcId="{EF0FC1B3-0D48-40AE-AA74-1B19723E81D6}" destId="{FD6A67ED-E99E-4255-9606-542FF9BAFC60}" srcOrd="0" destOrd="0" presId="urn:microsoft.com/office/officeart/2005/8/layout/radial6"/>
    <dgm:cxn modelId="{53EFF94A-1F98-427D-9139-38FFDF2A5741}" type="presOf" srcId="{AA3E9892-A972-491D-B351-7C656CEB340B}" destId="{B56E0513-F990-4C75-B315-021954913CBB}" srcOrd="0" destOrd="0" presId="urn:microsoft.com/office/officeart/2005/8/layout/radial6"/>
    <dgm:cxn modelId="{BCD0AA51-BC8E-44D9-A7B5-A32E1B313049}" type="presOf" srcId="{69C55AD8-D1CA-4906-A3A4-AC75244F91AF}" destId="{F5B7F2EC-078E-4137-9A78-E8AAD44C2DBC}" srcOrd="0" destOrd="0" presId="urn:microsoft.com/office/officeart/2005/8/layout/radial6"/>
    <dgm:cxn modelId="{D6613459-AF19-463F-85A0-BC7A60B6DB66}" srcId="{5A9227D9-E5B9-4E9F-BB48-14CCDAA157A7}" destId="{8F7FE2F7-3D18-421E-8266-7D51DB5AD82C}" srcOrd="2" destOrd="0" parTransId="{B0BDBAC5-EB48-40DB-A8D3-9BE34F69FBE8}" sibTransId="{69C55AD8-D1CA-4906-A3A4-AC75244F91AF}"/>
    <dgm:cxn modelId="{D488E889-E4B8-42A1-9C50-AC13596352BE}" type="presOf" srcId="{DE89FBAB-A038-4E5E-87E6-AD34B63E9A27}" destId="{8360725E-A13C-4F55-843F-B1C6403C1110}" srcOrd="0" destOrd="0" presId="urn:microsoft.com/office/officeart/2005/8/layout/radial6"/>
    <dgm:cxn modelId="{CC8B2D8D-2B16-4433-A342-67AFA82436EC}" type="presOf" srcId="{8F7FE2F7-3D18-421E-8266-7D51DB5AD82C}" destId="{CF1D6370-66E2-4A24-861E-2DB86382BFC1}" srcOrd="0" destOrd="0" presId="urn:microsoft.com/office/officeart/2005/8/layout/radial6"/>
    <dgm:cxn modelId="{0BE9A29B-AAC2-4E8D-A89E-28A2CCB3DC49}" srcId="{5A9227D9-E5B9-4E9F-BB48-14CCDAA157A7}" destId="{5D06FA1D-600A-41B1-B4F1-1AF78FBB8CF1}" srcOrd="3" destOrd="0" parTransId="{86B8782F-91B6-40BF-930D-4655B66C9E6F}" sibTransId="{EAEC29B0-D1D3-4048-ABCA-39547985C2BA}"/>
    <dgm:cxn modelId="{7806D5C2-1C9C-4A1E-8CC5-69D5DB249338}" type="presOf" srcId="{64D8393B-7875-4628-9E14-6466745C851B}" destId="{542C8181-1D78-4FC1-9843-07A08F9B0EA4}" srcOrd="0" destOrd="0" presId="urn:microsoft.com/office/officeart/2005/8/layout/radial6"/>
    <dgm:cxn modelId="{E15AA0CC-175D-4730-B093-B87A9EB27612}" srcId="{5A9227D9-E5B9-4E9F-BB48-14CCDAA157A7}" destId="{DE89FBAB-A038-4E5E-87E6-AD34B63E9A27}" srcOrd="1" destOrd="0" parTransId="{8B9E9E9F-DF34-4945-B4BC-B2AE4A920281}" sibTransId="{AA3E9892-A972-491D-B351-7C656CEB340B}"/>
    <dgm:cxn modelId="{F723A697-13E1-4F8E-A68D-48BB3D36832B}" type="presParOf" srcId="{FD6A67ED-E99E-4255-9606-542FF9BAFC60}" destId="{F9420EB3-8235-4314-B6F8-6D71A8CAE667}" srcOrd="0" destOrd="0" presId="urn:microsoft.com/office/officeart/2005/8/layout/radial6"/>
    <dgm:cxn modelId="{3F31E701-3AEF-4D3E-BFEE-56069EAFAEBB}" type="presParOf" srcId="{FD6A67ED-E99E-4255-9606-542FF9BAFC60}" destId="{542C8181-1D78-4FC1-9843-07A08F9B0EA4}" srcOrd="1" destOrd="0" presId="urn:microsoft.com/office/officeart/2005/8/layout/radial6"/>
    <dgm:cxn modelId="{BA0D5240-88F4-49FD-B927-FD62CEC38D38}" type="presParOf" srcId="{FD6A67ED-E99E-4255-9606-542FF9BAFC60}" destId="{D218A58A-FE09-43B4-8A2B-DBCD6914A9EA}" srcOrd="2" destOrd="0" presId="urn:microsoft.com/office/officeart/2005/8/layout/radial6"/>
    <dgm:cxn modelId="{4C4819E2-3EBF-4C8B-93F5-64687C3CC6CA}" type="presParOf" srcId="{FD6A67ED-E99E-4255-9606-542FF9BAFC60}" destId="{96E92CA4-6D65-42E7-B75C-3E94CB2B954D}" srcOrd="3" destOrd="0" presId="urn:microsoft.com/office/officeart/2005/8/layout/radial6"/>
    <dgm:cxn modelId="{7212CBB6-B6FC-43F9-9610-C589B8D1D834}" type="presParOf" srcId="{FD6A67ED-E99E-4255-9606-542FF9BAFC60}" destId="{8360725E-A13C-4F55-843F-B1C6403C1110}" srcOrd="4" destOrd="0" presId="urn:microsoft.com/office/officeart/2005/8/layout/radial6"/>
    <dgm:cxn modelId="{DC99F829-F3C3-4173-948F-D5ED32A45746}" type="presParOf" srcId="{FD6A67ED-E99E-4255-9606-542FF9BAFC60}" destId="{940D5229-1C88-48B8-ADB2-28B75B4B9E6B}" srcOrd="5" destOrd="0" presId="urn:microsoft.com/office/officeart/2005/8/layout/radial6"/>
    <dgm:cxn modelId="{34EE40DB-AB35-40CE-BDD7-EA44C7EDA2AD}" type="presParOf" srcId="{FD6A67ED-E99E-4255-9606-542FF9BAFC60}" destId="{B56E0513-F990-4C75-B315-021954913CBB}" srcOrd="6" destOrd="0" presId="urn:microsoft.com/office/officeart/2005/8/layout/radial6"/>
    <dgm:cxn modelId="{744354EE-F969-4A3A-ABF7-99C043B246DD}" type="presParOf" srcId="{FD6A67ED-E99E-4255-9606-542FF9BAFC60}" destId="{CF1D6370-66E2-4A24-861E-2DB86382BFC1}" srcOrd="7" destOrd="0" presId="urn:microsoft.com/office/officeart/2005/8/layout/radial6"/>
    <dgm:cxn modelId="{0E5732F8-6A21-430D-9A47-715555A83D5E}" type="presParOf" srcId="{FD6A67ED-E99E-4255-9606-542FF9BAFC60}" destId="{7ADF6013-1107-4863-BF42-1D701704E40C}" srcOrd="8" destOrd="0" presId="urn:microsoft.com/office/officeart/2005/8/layout/radial6"/>
    <dgm:cxn modelId="{C20341D6-14E9-4CB9-BACF-76DBEB59E90D}" type="presParOf" srcId="{FD6A67ED-E99E-4255-9606-542FF9BAFC60}" destId="{F5B7F2EC-078E-4137-9A78-E8AAD44C2DBC}" srcOrd="9" destOrd="0" presId="urn:microsoft.com/office/officeart/2005/8/layout/radial6"/>
    <dgm:cxn modelId="{EE035CE2-5925-410E-B9A0-DD7E5E2650E7}" type="presParOf" srcId="{FD6A67ED-E99E-4255-9606-542FF9BAFC60}" destId="{0B58268E-3031-4357-BA7E-E461ABAB90FF}" srcOrd="10" destOrd="0" presId="urn:microsoft.com/office/officeart/2005/8/layout/radial6"/>
    <dgm:cxn modelId="{0DA2DEC6-17D1-4495-9844-8CD6669F0416}" type="presParOf" srcId="{FD6A67ED-E99E-4255-9606-542FF9BAFC60}" destId="{82B7776D-CF12-407B-8609-96023827D088}" srcOrd="11" destOrd="0" presId="urn:microsoft.com/office/officeart/2005/8/layout/radial6"/>
    <dgm:cxn modelId="{A77C994D-4A7A-41BB-AD69-F904E6FBD934}" type="presParOf" srcId="{FD6A67ED-E99E-4255-9606-542FF9BAFC60}" destId="{BB3B3AC8-A089-4811-A6CA-1B014E0B3547}" srcOrd="12" destOrd="0" presId="urn:microsoft.com/office/officeart/2005/8/layout/radial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A3A033A-B133-4D3D-B22F-E6CDFF140E96}" type="doc">
      <dgm:prSet loTypeId="urn:microsoft.com/office/officeart/2005/8/layout/list1" loCatId="list" qsTypeId="urn:microsoft.com/office/officeart/2005/8/quickstyle/simple1" qsCatId="simple" csTypeId="urn:microsoft.com/office/officeart/2005/8/colors/colorful3" csCatId="colorful" phldr="1"/>
      <dgm:spPr/>
      <dgm:t>
        <a:bodyPr/>
        <a:lstStyle/>
        <a:p>
          <a:endParaRPr lang="zh-CN" altLang="en-US"/>
        </a:p>
      </dgm:t>
    </dgm:pt>
    <dgm:pt modelId="{C617DCA9-A057-401D-98D9-2C7867AFD471}">
      <dgm:prSet phldrT="[文本]" custT="1"/>
      <dgm:spPr/>
      <dgm:t>
        <a:bodyPr/>
        <a:lstStyle/>
        <a:p>
          <a:r>
            <a:rPr lang="zh-CN" altLang="en-US" sz="1600" dirty="0"/>
            <a:t>倍数（各系统权重）</a:t>
          </a:r>
        </a:p>
      </dgm:t>
    </dgm:pt>
    <dgm:pt modelId="{384B8E32-3EFF-491D-A2E5-00A3A66B2A23}" type="parTrans" cxnId="{0F8BB4D1-AB42-45B7-B9B2-63F0D63E0D91}">
      <dgm:prSet/>
      <dgm:spPr/>
      <dgm:t>
        <a:bodyPr/>
        <a:lstStyle/>
        <a:p>
          <a:endParaRPr lang="zh-CN" altLang="en-US"/>
        </a:p>
      </dgm:t>
    </dgm:pt>
    <dgm:pt modelId="{51326861-CFC0-4891-A9D3-B328903E423A}" type="sibTrans" cxnId="{0F8BB4D1-AB42-45B7-B9B2-63F0D63E0D91}">
      <dgm:prSet/>
      <dgm:spPr/>
      <dgm:t>
        <a:bodyPr/>
        <a:lstStyle/>
        <a:p>
          <a:endParaRPr lang="zh-CN" altLang="en-US"/>
        </a:p>
      </dgm:t>
    </dgm:pt>
    <dgm:pt modelId="{3CE8F070-FB19-4A22-9D16-6EC0AAAF9B54}">
      <dgm:prSet phldrT="[文本]" custT="1"/>
      <dgm:spPr/>
      <dgm:t>
        <a:bodyPr/>
        <a:lstStyle/>
        <a:p>
          <a:r>
            <a:rPr lang="zh-CN" altLang="en-US" sz="1600" dirty="0"/>
            <a:t>等差（各系统成长）</a:t>
          </a:r>
        </a:p>
      </dgm:t>
    </dgm:pt>
    <dgm:pt modelId="{A74404F9-47EE-4F0C-AD88-FC2897A432B2}" type="parTrans" cxnId="{46B0A4BD-FA3E-40C6-A6AD-E0271133823C}">
      <dgm:prSet/>
      <dgm:spPr/>
      <dgm:t>
        <a:bodyPr/>
        <a:lstStyle/>
        <a:p>
          <a:endParaRPr lang="zh-CN" altLang="en-US"/>
        </a:p>
      </dgm:t>
    </dgm:pt>
    <dgm:pt modelId="{F75E6D79-C19D-40F5-AC82-5953D5C01EDE}" type="sibTrans" cxnId="{46B0A4BD-FA3E-40C6-A6AD-E0271133823C}">
      <dgm:prSet/>
      <dgm:spPr/>
      <dgm:t>
        <a:bodyPr/>
        <a:lstStyle/>
        <a:p>
          <a:endParaRPr lang="zh-CN" altLang="en-US"/>
        </a:p>
      </dgm:t>
    </dgm:pt>
    <dgm:pt modelId="{888E8291-EE4A-4B58-8CE1-7A004017117E}">
      <dgm:prSet phldrT="[文本]" custT="1"/>
      <dgm:spPr/>
      <dgm:t>
        <a:bodyPr/>
        <a:lstStyle/>
        <a:p>
          <a:r>
            <a:rPr lang="en-US" altLang="zh-CN" sz="1600" dirty="0">
              <a:solidFill>
                <a:schemeClr val="accent6">
                  <a:lumMod val="50000"/>
                </a:schemeClr>
              </a:solidFill>
              <a:latin typeface="DFKai-SB" pitchFamily="65" charset="-120"/>
              <a:ea typeface="DFKai-SB" pitchFamily="65" charset="-120"/>
            </a:rPr>
            <a:t>C</a:t>
          </a:r>
          <a:r>
            <a:rPr lang="zh-CN" altLang="en-US" sz="1600" dirty="0">
              <a:solidFill>
                <a:schemeClr val="accent6">
                  <a:lumMod val="50000"/>
                </a:schemeClr>
              </a:solidFill>
              <a:latin typeface="DFKai-SB" pitchFamily="65" charset="-120"/>
              <a:ea typeface="DFKai-SB" pitchFamily="65" charset="-120"/>
            </a:rPr>
            <a:t>为总生命，</a:t>
          </a:r>
          <a:r>
            <a:rPr lang="en-US" altLang="zh-CN" sz="1600" dirty="0">
              <a:solidFill>
                <a:schemeClr val="accent6">
                  <a:lumMod val="50000"/>
                </a:schemeClr>
              </a:solidFill>
              <a:latin typeface="DFKai-SB" pitchFamily="65" charset="-120"/>
              <a:ea typeface="DFKai-SB" pitchFamily="65" charset="-120"/>
            </a:rPr>
            <a:t>A</a:t>
          </a:r>
          <a:r>
            <a:rPr lang="zh-CN" altLang="en-US" sz="1600" dirty="0">
              <a:solidFill>
                <a:schemeClr val="accent6">
                  <a:lumMod val="50000"/>
                </a:schemeClr>
              </a:solidFill>
              <a:latin typeface="DFKai-SB" pitchFamily="65" charset="-120"/>
              <a:ea typeface="DFKai-SB" pitchFamily="65" charset="-120"/>
            </a:rPr>
            <a:t>为总攻击，</a:t>
          </a:r>
          <a:r>
            <a:rPr lang="en-US" altLang="zh-CN" sz="1600" dirty="0">
              <a:solidFill>
                <a:schemeClr val="accent6">
                  <a:lumMod val="50000"/>
                </a:schemeClr>
              </a:solidFill>
              <a:latin typeface="DFKai-SB" pitchFamily="65" charset="-120"/>
              <a:ea typeface="DFKai-SB" pitchFamily="65" charset="-120"/>
            </a:rPr>
            <a:t>B</a:t>
          </a:r>
          <a:r>
            <a:rPr lang="zh-CN" altLang="en-US" sz="1600" dirty="0">
              <a:solidFill>
                <a:schemeClr val="accent6">
                  <a:lumMod val="50000"/>
                </a:schemeClr>
              </a:solidFill>
              <a:latin typeface="DFKai-SB" pitchFamily="65" charset="-120"/>
              <a:ea typeface="DFKai-SB" pitchFamily="65" charset="-120"/>
            </a:rPr>
            <a:t>为总防御；</a:t>
          </a:r>
        </a:p>
      </dgm:t>
    </dgm:pt>
    <dgm:pt modelId="{E53BB193-B378-477F-983B-A0FB4A5E11E7}" type="parTrans" cxnId="{BC8260CE-7C73-4AE1-B947-BD6311EACADA}">
      <dgm:prSet/>
      <dgm:spPr/>
      <dgm:t>
        <a:bodyPr/>
        <a:lstStyle/>
        <a:p>
          <a:endParaRPr lang="zh-CN" altLang="en-US"/>
        </a:p>
      </dgm:t>
    </dgm:pt>
    <dgm:pt modelId="{471A262C-C3A2-42BA-AFE6-1A04397FBB6B}" type="sibTrans" cxnId="{BC8260CE-7C73-4AE1-B947-BD6311EACADA}">
      <dgm:prSet/>
      <dgm:spPr/>
      <dgm:t>
        <a:bodyPr/>
        <a:lstStyle/>
        <a:p>
          <a:endParaRPr lang="zh-CN" altLang="en-US"/>
        </a:p>
      </dgm:t>
    </dgm:pt>
    <dgm:pt modelId="{8B1BC1F5-A435-46A3-AC18-85A7A06AA411}">
      <dgm:prSet phldrT="[文本]" custT="1"/>
      <dgm:spPr/>
      <dgm:t>
        <a:bodyPr/>
        <a:lstStyle/>
        <a:p>
          <a:r>
            <a:rPr lang="zh-CN" altLang="en-US" sz="1600" dirty="0"/>
            <a:t>总结</a:t>
          </a:r>
        </a:p>
      </dgm:t>
    </dgm:pt>
    <dgm:pt modelId="{9F6D4EA2-F25E-4A9A-9A91-140C07B420E5}" type="parTrans" cxnId="{1A6EBE1D-A4FB-49A0-8260-90F2D0E8389B}">
      <dgm:prSet/>
      <dgm:spPr/>
      <dgm:t>
        <a:bodyPr/>
        <a:lstStyle/>
        <a:p>
          <a:endParaRPr lang="zh-CN" altLang="en-US"/>
        </a:p>
      </dgm:t>
    </dgm:pt>
    <dgm:pt modelId="{FB4E4201-054A-4330-8A82-3503ABB1DA92}" type="sibTrans" cxnId="{1A6EBE1D-A4FB-49A0-8260-90F2D0E8389B}">
      <dgm:prSet/>
      <dgm:spPr/>
      <dgm:t>
        <a:bodyPr/>
        <a:lstStyle/>
        <a:p>
          <a:endParaRPr lang="zh-CN" altLang="en-US"/>
        </a:p>
      </dgm:t>
    </dgm:pt>
    <dgm:pt modelId="{04D32264-0673-40E2-BED3-2494033A3CA6}">
      <dgm:prSet phldrT="[文本]" custT="1"/>
      <dgm:spPr/>
      <dgm:t>
        <a:bodyPr/>
        <a:lstStyle/>
        <a:p>
          <a:r>
            <a:rPr lang="zh-CN" altLang="en-US" sz="1600" dirty="0">
              <a:solidFill>
                <a:schemeClr val="accent6">
                  <a:lumMod val="50000"/>
                </a:schemeClr>
              </a:solidFill>
              <a:latin typeface="DFKai-SB" pitchFamily="65" charset="-120"/>
              <a:ea typeface="DFKai-SB" pitchFamily="65" charset="-120"/>
            </a:rPr>
            <a:t>系统分配权重是最常用的作法，在适用的伤害公式中，等差成长是最简单快捷的。</a:t>
          </a:r>
        </a:p>
      </dgm:t>
    </dgm:pt>
    <dgm:pt modelId="{8B78B9E7-DB3D-4FF1-88FC-0ACAB64CB6A7}" type="parTrans" cxnId="{B08367C6-0F70-4FDC-A518-4C63F8868575}">
      <dgm:prSet/>
      <dgm:spPr/>
      <dgm:t>
        <a:bodyPr/>
        <a:lstStyle/>
        <a:p>
          <a:endParaRPr lang="zh-CN" altLang="en-US"/>
        </a:p>
      </dgm:t>
    </dgm:pt>
    <dgm:pt modelId="{DA04319D-ACAB-4EF2-8D46-E4252110E04F}" type="sibTrans" cxnId="{B08367C6-0F70-4FDC-A518-4C63F8868575}">
      <dgm:prSet/>
      <dgm:spPr/>
      <dgm:t>
        <a:bodyPr/>
        <a:lstStyle/>
        <a:p>
          <a:endParaRPr lang="zh-CN" altLang="en-US"/>
        </a:p>
      </dgm:t>
    </dgm:pt>
    <dgm:pt modelId="{5AED06F3-C4CA-40B6-AB4B-314E2CC91620}">
      <dgm:prSet phldrT="[文本]" custT="1"/>
      <dgm:spPr/>
      <dgm:t>
        <a:bodyPr/>
        <a:lstStyle/>
        <a:p>
          <a:r>
            <a:rPr lang="zh-CN" altLang="en-US" sz="1600" dirty="0">
              <a:solidFill>
                <a:schemeClr val="accent6">
                  <a:lumMod val="50000"/>
                </a:schemeClr>
              </a:solidFill>
              <a:latin typeface="DFKai-SB" pitchFamily="65" charset="-120"/>
              <a:ea typeface="DFKai-SB" pitchFamily="65" charset="-120"/>
            </a:rPr>
            <a:t>各系统中每个属性的成长</a:t>
          </a:r>
          <a:r>
            <a:rPr lang="en-US" altLang="zh-CN" sz="1600" dirty="0">
              <a:solidFill>
                <a:schemeClr val="accent6">
                  <a:lumMod val="50000"/>
                </a:schemeClr>
              </a:solidFill>
              <a:latin typeface="DFKai-SB" pitchFamily="65" charset="-120"/>
              <a:ea typeface="DFKai-SB" pitchFamily="65" charset="-120"/>
            </a:rPr>
            <a:t>=</a:t>
          </a:r>
          <a:r>
            <a:rPr lang="zh-CN" altLang="en-US" sz="1600" dirty="0">
              <a:solidFill>
                <a:schemeClr val="accent6">
                  <a:lumMod val="50000"/>
                </a:schemeClr>
              </a:solidFill>
              <a:latin typeface="DFKai-SB" pitchFamily="65" charset="-120"/>
              <a:ea typeface="DFKai-SB" pitchFamily="65" charset="-120"/>
            </a:rPr>
            <a:t>单属性总成长</a:t>
          </a:r>
          <a:r>
            <a:rPr lang="en-US" altLang="zh-CN" sz="1600" dirty="0">
              <a:solidFill>
                <a:schemeClr val="accent6">
                  <a:lumMod val="50000"/>
                </a:schemeClr>
              </a:solidFill>
              <a:latin typeface="DFKai-SB" pitchFamily="65" charset="-120"/>
              <a:ea typeface="DFKai-SB" pitchFamily="65" charset="-120"/>
            </a:rPr>
            <a:t>*</a:t>
          </a:r>
          <a:r>
            <a:rPr lang="zh-CN" altLang="en-US" sz="1600" dirty="0">
              <a:solidFill>
                <a:schemeClr val="accent6">
                  <a:lumMod val="50000"/>
                </a:schemeClr>
              </a:solidFill>
              <a:latin typeface="DFKai-SB" pitchFamily="65" charset="-120"/>
              <a:ea typeface="DFKai-SB" pitchFamily="65" charset="-120"/>
            </a:rPr>
            <a:t>各系统权重；</a:t>
          </a:r>
        </a:p>
      </dgm:t>
    </dgm:pt>
    <dgm:pt modelId="{E430CC33-D958-4B6F-9779-EB2B8B75E39C}" type="parTrans" cxnId="{B4EE4319-7056-443D-A1DC-B676B5E19955}">
      <dgm:prSet/>
      <dgm:spPr/>
      <dgm:t>
        <a:bodyPr/>
        <a:lstStyle/>
        <a:p>
          <a:endParaRPr lang="zh-CN" altLang="en-US"/>
        </a:p>
      </dgm:t>
    </dgm:pt>
    <dgm:pt modelId="{2E3158FA-92CB-4A57-9BA3-6C32E04B616A}" type="sibTrans" cxnId="{B4EE4319-7056-443D-A1DC-B676B5E19955}">
      <dgm:prSet/>
      <dgm:spPr/>
      <dgm:t>
        <a:bodyPr/>
        <a:lstStyle/>
        <a:p>
          <a:endParaRPr lang="zh-CN" altLang="en-US"/>
        </a:p>
      </dgm:t>
    </dgm:pt>
    <dgm:pt modelId="{C55CB2BF-9688-4CC4-97D2-93188A6333BE}">
      <dgm:prSet phldrT="[文本]" custT="1"/>
      <dgm:spPr/>
      <dgm:t>
        <a:bodyPr/>
        <a:lstStyle/>
        <a:p>
          <a:r>
            <a:rPr lang="zh-CN" altLang="en-US" sz="1600" dirty="0">
              <a:solidFill>
                <a:schemeClr val="accent6">
                  <a:lumMod val="50000"/>
                </a:schemeClr>
              </a:solidFill>
              <a:latin typeface="DFKai-SB" pitchFamily="65" charset="-120"/>
              <a:ea typeface="DFKai-SB" pitchFamily="65" charset="-120"/>
            </a:rPr>
            <a:t>将所有影响上述属性的系统进行权重分配，相同系统的值代入公式</a:t>
          </a:r>
          <a:r>
            <a:rPr lang="en-US" altLang="zh-CN" sz="1600" dirty="0">
              <a:solidFill>
                <a:schemeClr val="accent6">
                  <a:lumMod val="50000"/>
                </a:schemeClr>
              </a:solidFill>
              <a:latin typeface="DFKai-SB" pitchFamily="65" charset="-120"/>
              <a:ea typeface="DFKai-SB" pitchFamily="65" charset="-120"/>
            </a:rPr>
            <a:t>C/(A-B)</a:t>
          </a:r>
          <a:r>
            <a:rPr lang="zh-CN" altLang="en-US" sz="1600" dirty="0">
              <a:solidFill>
                <a:schemeClr val="accent6">
                  <a:lumMod val="50000"/>
                </a:schemeClr>
              </a:solidFill>
              <a:latin typeface="DFKai-SB" pitchFamily="65" charset="-120"/>
              <a:ea typeface="DFKai-SB" pitchFamily="65" charset="-120"/>
            </a:rPr>
            <a:t>中，结果（回合数）依然不变。</a:t>
          </a:r>
        </a:p>
      </dgm:t>
    </dgm:pt>
    <dgm:pt modelId="{339EFD35-4BBA-40BB-B39A-67E9D7F53C3A}" type="parTrans" cxnId="{A7B9ABF7-74E9-43A5-AB9B-7D458042C4CE}">
      <dgm:prSet/>
      <dgm:spPr/>
      <dgm:t>
        <a:bodyPr/>
        <a:lstStyle/>
        <a:p>
          <a:endParaRPr lang="zh-CN" altLang="en-US"/>
        </a:p>
      </dgm:t>
    </dgm:pt>
    <dgm:pt modelId="{43458EF3-83C5-4C76-A17F-0A4528696554}" type="sibTrans" cxnId="{A7B9ABF7-74E9-43A5-AB9B-7D458042C4CE}">
      <dgm:prSet/>
      <dgm:spPr/>
      <dgm:t>
        <a:bodyPr/>
        <a:lstStyle/>
        <a:p>
          <a:endParaRPr lang="zh-CN" altLang="en-US"/>
        </a:p>
      </dgm:t>
    </dgm:pt>
    <dgm:pt modelId="{077395C7-7391-4D7D-B84F-006C939E0FBE}">
      <dgm:prSet phldrT="[文本]" custT="1"/>
      <dgm:spPr/>
      <dgm:t>
        <a:bodyPr/>
        <a:lstStyle/>
        <a:p>
          <a:r>
            <a:rPr lang="zh-CN" altLang="en-US" sz="1600" dirty="0">
              <a:solidFill>
                <a:schemeClr val="accent6">
                  <a:lumMod val="50000"/>
                </a:schemeClr>
              </a:solidFill>
              <a:latin typeface="DFKai-SB" pitchFamily="65" charset="-120"/>
              <a:ea typeface="DFKai-SB" pitchFamily="65" charset="-120"/>
            </a:rPr>
            <a:t>以角色等级为变量，那么在相同系统（单个或多个）、相同等级的情况下，结果（回合数）依然不变。</a:t>
          </a:r>
        </a:p>
      </dgm:t>
    </dgm:pt>
    <dgm:pt modelId="{42B626DB-217F-445E-AAB0-7FFB7431D321}" type="parTrans" cxnId="{E0C493FF-76A8-4893-8155-C2C688BB3444}">
      <dgm:prSet/>
      <dgm:spPr/>
      <dgm:t>
        <a:bodyPr/>
        <a:lstStyle/>
        <a:p>
          <a:endParaRPr lang="zh-CN" altLang="en-US"/>
        </a:p>
      </dgm:t>
    </dgm:pt>
    <dgm:pt modelId="{85A6DDC1-D1FC-4542-AC42-D62F7B90458F}" type="sibTrans" cxnId="{E0C493FF-76A8-4893-8155-C2C688BB3444}">
      <dgm:prSet/>
      <dgm:spPr/>
      <dgm:t>
        <a:bodyPr/>
        <a:lstStyle/>
        <a:p>
          <a:endParaRPr lang="zh-CN" altLang="en-US"/>
        </a:p>
      </dgm:t>
    </dgm:pt>
    <dgm:pt modelId="{6D0E4088-4F78-4973-8468-762D49A402ED}">
      <dgm:prSet phldrT="[文本]" custT="1"/>
      <dgm:spPr/>
      <dgm:t>
        <a:bodyPr/>
        <a:lstStyle/>
        <a:p>
          <a:r>
            <a:rPr lang="zh-CN" altLang="en-US" sz="1600" dirty="0">
              <a:solidFill>
                <a:schemeClr val="accent6">
                  <a:lumMod val="50000"/>
                </a:schemeClr>
              </a:solidFill>
              <a:latin typeface="DFKai-SB" pitchFamily="65" charset="-120"/>
              <a:ea typeface="DFKai-SB" pitchFamily="65" charset="-120"/>
            </a:rPr>
            <a:t>等级不同，系统加成不同导致的具体属性差异会影响多少战斗回合，这是成长数值是否合理的一个衡量点。</a:t>
          </a:r>
        </a:p>
      </dgm:t>
    </dgm:pt>
    <dgm:pt modelId="{B74C797D-3A41-4E0C-94FE-815FCFA4D6AC}" type="parTrans" cxnId="{3ACF0000-2D7D-4B03-9B1F-CC8055AB2827}">
      <dgm:prSet/>
      <dgm:spPr/>
      <dgm:t>
        <a:bodyPr/>
        <a:lstStyle/>
        <a:p>
          <a:endParaRPr lang="zh-CN" altLang="en-US"/>
        </a:p>
      </dgm:t>
    </dgm:pt>
    <dgm:pt modelId="{7B4F0677-E6AF-48CF-A6F4-3C09343BC39B}" type="sibTrans" cxnId="{3ACF0000-2D7D-4B03-9B1F-CC8055AB2827}">
      <dgm:prSet/>
      <dgm:spPr/>
      <dgm:t>
        <a:bodyPr/>
        <a:lstStyle/>
        <a:p>
          <a:endParaRPr lang="zh-CN" altLang="en-US"/>
        </a:p>
      </dgm:t>
    </dgm:pt>
    <dgm:pt modelId="{86EB9599-A4E5-4C75-89C7-4D25ABA4ED2E}">
      <dgm:prSet phldrT="[文本]" custT="1"/>
      <dgm:spPr/>
      <dgm:t>
        <a:bodyPr/>
        <a:lstStyle/>
        <a:p>
          <a:r>
            <a:rPr lang="zh-CN" altLang="en-US" sz="1600" dirty="0">
              <a:solidFill>
                <a:schemeClr val="accent6">
                  <a:lumMod val="50000"/>
                </a:schemeClr>
              </a:solidFill>
              <a:latin typeface="DFKai-SB" pitchFamily="65" charset="-120"/>
              <a:ea typeface="DFKai-SB" pitchFamily="65" charset="-120"/>
            </a:rPr>
            <a:t>每个属性的总成长可以为常量，其中，总生命成长：总攻击成长：总防御成长</a:t>
          </a:r>
          <a:r>
            <a:rPr lang="en-US" altLang="zh-CN" sz="1600" dirty="0">
              <a:solidFill>
                <a:schemeClr val="accent6">
                  <a:lumMod val="50000"/>
                </a:schemeClr>
              </a:solidFill>
              <a:latin typeface="DFKai-SB" pitchFamily="65" charset="-120"/>
              <a:ea typeface="DFKai-SB" pitchFamily="65" charset="-120"/>
            </a:rPr>
            <a:t>=</a:t>
          </a:r>
          <a:r>
            <a:rPr lang="zh-CN" altLang="en-US" sz="1600" dirty="0">
              <a:solidFill>
                <a:schemeClr val="accent6">
                  <a:lumMod val="50000"/>
                </a:schemeClr>
              </a:solidFill>
              <a:latin typeface="DFKai-SB" pitchFamily="65" charset="-120"/>
              <a:ea typeface="DFKai-SB" pitchFamily="65" charset="-120"/>
            </a:rPr>
            <a:t>总初始生命：总初始攻击：总初始防御</a:t>
          </a:r>
        </a:p>
      </dgm:t>
    </dgm:pt>
    <dgm:pt modelId="{C7D28316-4731-4F50-BF23-7CBF16B01D3E}" type="parTrans" cxnId="{C35F7D49-4B00-44AB-B6C2-5A04D566BCAE}">
      <dgm:prSet/>
      <dgm:spPr/>
    </dgm:pt>
    <dgm:pt modelId="{2DE99E59-BAA7-4E0C-8EF5-EE2BF93B17D7}" type="sibTrans" cxnId="{C35F7D49-4B00-44AB-B6C2-5A04D566BCAE}">
      <dgm:prSet/>
      <dgm:spPr/>
    </dgm:pt>
    <dgm:pt modelId="{B333AD20-F6E4-4A14-A29A-C99317CEF46E}" type="pres">
      <dgm:prSet presAssocID="{EA3A033A-B133-4D3D-B22F-E6CDFF140E96}" presName="linear" presStyleCnt="0">
        <dgm:presLayoutVars>
          <dgm:dir/>
          <dgm:animLvl val="lvl"/>
          <dgm:resizeHandles val="exact"/>
        </dgm:presLayoutVars>
      </dgm:prSet>
      <dgm:spPr/>
    </dgm:pt>
    <dgm:pt modelId="{43DF98B0-B625-4658-B693-12D1C7DD61E4}" type="pres">
      <dgm:prSet presAssocID="{C617DCA9-A057-401D-98D9-2C7867AFD471}" presName="parentLin" presStyleCnt="0"/>
      <dgm:spPr/>
    </dgm:pt>
    <dgm:pt modelId="{A55C44CE-6CE2-4F1D-AE1A-46BE0D7B552F}" type="pres">
      <dgm:prSet presAssocID="{C617DCA9-A057-401D-98D9-2C7867AFD471}" presName="parentLeftMargin" presStyleLbl="node1" presStyleIdx="0" presStyleCnt="3"/>
      <dgm:spPr/>
    </dgm:pt>
    <dgm:pt modelId="{6CD330E4-3345-4D66-8A42-9D7EE33582F0}" type="pres">
      <dgm:prSet presAssocID="{C617DCA9-A057-401D-98D9-2C7867AFD471}" presName="parentText" presStyleLbl="node1" presStyleIdx="0" presStyleCnt="3">
        <dgm:presLayoutVars>
          <dgm:chMax val="0"/>
          <dgm:bulletEnabled val="1"/>
        </dgm:presLayoutVars>
      </dgm:prSet>
      <dgm:spPr/>
    </dgm:pt>
    <dgm:pt modelId="{B0BE1CAD-141E-48F5-9A14-9DC6FD962FDC}" type="pres">
      <dgm:prSet presAssocID="{C617DCA9-A057-401D-98D9-2C7867AFD471}" presName="negativeSpace" presStyleCnt="0"/>
      <dgm:spPr/>
    </dgm:pt>
    <dgm:pt modelId="{572ADE74-71B1-4B2E-A1E9-1BBBAB442AC5}" type="pres">
      <dgm:prSet presAssocID="{C617DCA9-A057-401D-98D9-2C7867AFD471}" presName="childText" presStyleLbl="conFgAcc1" presStyleIdx="0" presStyleCnt="3">
        <dgm:presLayoutVars>
          <dgm:bulletEnabled val="1"/>
        </dgm:presLayoutVars>
      </dgm:prSet>
      <dgm:spPr/>
    </dgm:pt>
    <dgm:pt modelId="{43928C1F-335C-41DC-AADA-0F51E4B4FFAE}" type="pres">
      <dgm:prSet presAssocID="{51326861-CFC0-4891-A9D3-B328903E423A}" presName="spaceBetweenRectangles" presStyleCnt="0"/>
      <dgm:spPr/>
    </dgm:pt>
    <dgm:pt modelId="{A2D73DC5-25F2-4867-AC5C-2AEC5BA25EB7}" type="pres">
      <dgm:prSet presAssocID="{3CE8F070-FB19-4A22-9D16-6EC0AAAF9B54}" presName="parentLin" presStyleCnt="0"/>
      <dgm:spPr/>
    </dgm:pt>
    <dgm:pt modelId="{05C5E6EA-BB7E-4766-8253-DFE0324B160B}" type="pres">
      <dgm:prSet presAssocID="{3CE8F070-FB19-4A22-9D16-6EC0AAAF9B54}" presName="parentLeftMargin" presStyleLbl="node1" presStyleIdx="0" presStyleCnt="3"/>
      <dgm:spPr/>
    </dgm:pt>
    <dgm:pt modelId="{8DE1F4A1-8D2F-488B-B15D-3D98DCD37A08}" type="pres">
      <dgm:prSet presAssocID="{3CE8F070-FB19-4A22-9D16-6EC0AAAF9B54}" presName="parentText" presStyleLbl="node1" presStyleIdx="1" presStyleCnt="3">
        <dgm:presLayoutVars>
          <dgm:chMax val="0"/>
          <dgm:bulletEnabled val="1"/>
        </dgm:presLayoutVars>
      </dgm:prSet>
      <dgm:spPr/>
    </dgm:pt>
    <dgm:pt modelId="{01B50ADB-870B-45C7-994F-A35DE5A4FA3D}" type="pres">
      <dgm:prSet presAssocID="{3CE8F070-FB19-4A22-9D16-6EC0AAAF9B54}" presName="negativeSpace" presStyleCnt="0"/>
      <dgm:spPr/>
    </dgm:pt>
    <dgm:pt modelId="{EB0921E4-3578-47A7-8BC6-BB7247B45768}" type="pres">
      <dgm:prSet presAssocID="{3CE8F070-FB19-4A22-9D16-6EC0AAAF9B54}" presName="childText" presStyleLbl="conFgAcc1" presStyleIdx="1" presStyleCnt="3">
        <dgm:presLayoutVars>
          <dgm:bulletEnabled val="1"/>
        </dgm:presLayoutVars>
      </dgm:prSet>
      <dgm:spPr/>
    </dgm:pt>
    <dgm:pt modelId="{5E9A3600-1FD9-4E49-9954-A3A848251678}" type="pres">
      <dgm:prSet presAssocID="{F75E6D79-C19D-40F5-AC82-5953D5C01EDE}" presName="spaceBetweenRectangles" presStyleCnt="0"/>
      <dgm:spPr/>
    </dgm:pt>
    <dgm:pt modelId="{8D59CBE1-660D-45C4-AD0A-1648E15602DC}" type="pres">
      <dgm:prSet presAssocID="{8B1BC1F5-A435-46A3-AC18-85A7A06AA411}" presName="parentLin" presStyleCnt="0"/>
      <dgm:spPr/>
    </dgm:pt>
    <dgm:pt modelId="{0D39DC54-D3FB-4242-A2C8-F5DAA100153A}" type="pres">
      <dgm:prSet presAssocID="{8B1BC1F5-A435-46A3-AC18-85A7A06AA411}" presName="parentLeftMargin" presStyleLbl="node1" presStyleIdx="1" presStyleCnt="3"/>
      <dgm:spPr/>
    </dgm:pt>
    <dgm:pt modelId="{1D7F818F-BAF0-450F-8B3E-94F54BAA529F}" type="pres">
      <dgm:prSet presAssocID="{8B1BC1F5-A435-46A3-AC18-85A7A06AA411}" presName="parentText" presStyleLbl="node1" presStyleIdx="2" presStyleCnt="3">
        <dgm:presLayoutVars>
          <dgm:chMax val="0"/>
          <dgm:bulletEnabled val="1"/>
        </dgm:presLayoutVars>
      </dgm:prSet>
      <dgm:spPr/>
    </dgm:pt>
    <dgm:pt modelId="{3E70246F-9468-4B6B-B9B5-F3357C85DD44}" type="pres">
      <dgm:prSet presAssocID="{8B1BC1F5-A435-46A3-AC18-85A7A06AA411}" presName="negativeSpace" presStyleCnt="0"/>
      <dgm:spPr/>
    </dgm:pt>
    <dgm:pt modelId="{2A8BF67C-A882-4D76-9E80-F94A935AC105}" type="pres">
      <dgm:prSet presAssocID="{8B1BC1F5-A435-46A3-AC18-85A7A06AA411}" presName="childText" presStyleLbl="conFgAcc1" presStyleIdx="2" presStyleCnt="3">
        <dgm:presLayoutVars>
          <dgm:bulletEnabled val="1"/>
        </dgm:presLayoutVars>
      </dgm:prSet>
      <dgm:spPr/>
    </dgm:pt>
  </dgm:ptLst>
  <dgm:cxnLst>
    <dgm:cxn modelId="{3ACF0000-2D7D-4B03-9B1F-CC8055AB2827}" srcId="{8B1BC1F5-A435-46A3-AC18-85A7A06AA411}" destId="{6D0E4088-4F78-4973-8468-762D49A402ED}" srcOrd="1" destOrd="0" parTransId="{B74C797D-3A41-4E0C-94FE-815FCFA4D6AC}" sibTransId="{7B4F0677-E6AF-48CF-A6F4-3C09343BC39B}"/>
    <dgm:cxn modelId="{B4EE4319-7056-443D-A1DC-B676B5E19955}" srcId="{3CE8F070-FB19-4A22-9D16-6EC0AAAF9B54}" destId="{5AED06F3-C4CA-40B6-AB4B-314E2CC91620}" srcOrd="0" destOrd="0" parTransId="{E430CC33-D958-4B6F-9779-EB2B8B75E39C}" sibTransId="{2E3158FA-92CB-4A57-9BA3-6C32E04B616A}"/>
    <dgm:cxn modelId="{7F79721B-1240-4FB4-ABA7-7994771D2E91}" type="presOf" srcId="{3CE8F070-FB19-4A22-9D16-6EC0AAAF9B54}" destId="{05C5E6EA-BB7E-4766-8253-DFE0324B160B}" srcOrd="0" destOrd="0" presId="urn:microsoft.com/office/officeart/2005/8/layout/list1"/>
    <dgm:cxn modelId="{1A6EBE1D-A4FB-49A0-8260-90F2D0E8389B}" srcId="{EA3A033A-B133-4D3D-B22F-E6CDFF140E96}" destId="{8B1BC1F5-A435-46A3-AC18-85A7A06AA411}" srcOrd="2" destOrd="0" parTransId="{9F6D4EA2-F25E-4A9A-9A91-140C07B420E5}" sibTransId="{FB4E4201-054A-4330-8A82-3503ABB1DA92}"/>
    <dgm:cxn modelId="{10BFEE5C-F5A9-462D-8CB4-F467FCE11834}" type="presOf" srcId="{6D0E4088-4F78-4973-8468-762D49A402ED}" destId="{2A8BF67C-A882-4D76-9E80-F94A935AC105}" srcOrd="0" destOrd="1" presId="urn:microsoft.com/office/officeart/2005/8/layout/list1"/>
    <dgm:cxn modelId="{C8948E63-3CF8-45A8-9855-992502F2D667}" type="presOf" srcId="{EA3A033A-B133-4D3D-B22F-E6CDFF140E96}" destId="{B333AD20-F6E4-4A14-A29A-C99317CEF46E}" srcOrd="0" destOrd="0" presId="urn:microsoft.com/office/officeart/2005/8/layout/list1"/>
    <dgm:cxn modelId="{BD273765-872D-4F7E-A564-7CFAABDF6005}" type="presOf" srcId="{5AED06F3-C4CA-40B6-AB4B-314E2CC91620}" destId="{EB0921E4-3578-47A7-8BC6-BB7247B45768}" srcOrd="0" destOrd="0" presId="urn:microsoft.com/office/officeart/2005/8/layout/list1"/>
    <dgm:cxn modelId="{593FDB65-B7E2-4484-897F-B37A48F9BE21}" type="presOf" srcId="{C55CB2BF-9688-4CC4-97D2-93188A6333BE}" destId="{572ADE74-71B1-4B2E-A1E9-1BBBAB442AC5}" srcOrd="0" destOrd="1" presId="urn:microsoft.com/office/officeart/2005/8/layout/list1"/>
    <dgm:cxn modelId="{6370AE48-D7B3-4AF9-8F7E-6989E6BA92FF}" type="presOf" srcId="{888E8291-EE4A-4B58-8CE1-7A004017117E}" destId="{572ADE74-71B1-4B2E-A1E9-1BBBAB442AC5}" srcOrd="0" destOrd="0" presId="urn:microsoft.com/office/officeart/2005/8/layout/list1"/>
    <dgm:cxn modelId="{C35F7D49-4B00-44AB-B6C2-5A04D566BCAE}" srcId="{3CE8F070-FB19-4A22-9D16-6EC0AAAF9B54}" destId="{86EB9599-A4E5-4C75-89C7-4D25ABA4ED2E}" srcOrd="1" destOrd="0" parTransId="{C7D28316-4731-4F50-BF23-7CBF16B01D3E}" sibTransId="{2DE99E59-BAA7-4E0C-8EF5-EE2BF93B17D7}"/>
    <dgm:cxn modelId="{32B70373-9211-405A-9149-1A981634088C}" type="presOf" srcId="{04D32264-0673-40E2-BED3-2494033A3CA6}" destId="{2A8BF67C-A882-4D76-9E80-F94A935AC105}" srcOrd="0" destOrd="0" presId="urn:microsoft.com/office/officeart/2005/8/layout/list1"/>
    <dgm:cxn modelId="{61045F57-D9C3-4D31-B527-4E000CBC09B8}" type="presOf" srcId="{C617DCA9-A057-401D-98D9-2C7867AFD471}" destId="{A55C44CE-6CE2-4F1D-AE1A-46BE0D7B552F}" srcOrd="0" destOrd="0" presId="urn:microsoft.com/office/officeart/2005/8/layout/list1"/>
    <dgm:cxn modelId="{D955B886-7C08-49BC-B015-828B8314499D}" type="presOf" srcId="{3CE8F070-FB19-4A22-9D16-6EC0AAAF9B54}" destId="{8DE1F4A1-8D2F-488B-B15D-3D98DCD37A08}" srcOrd="1" destOrd="0" presId="urn:microsoft.com/office/officeart/2005/8/layout/list1"/>
    <dgm:cxn modelId="{F661CEAC-6898-48B9-9564-E0F0E63726CA}" type="presOf" srcId="{077395C7-7391-4D7D-B84F-006C939E0FBE}" destId="{EB0921E4-3578-47A7-8BC6-BB7247B45768}" srcOrd="0" destOrd="2" presId="urn:microsoft.com/office/officeart/2005/8/layout/list1"/>
    <dgm:cxn modelId="{FBC4C9BB-AFCC-44A3-A1E1-AF40069C2A7B}" type="presOf" srcId="{8B1BC1F5-A435-46A3-AC18-85A7A06AA411}" destId="{1D7F818F-BAF0-450F-8B3E-94F54BAA529F}" srcOrd="1" destOrd="0" presId="urn:microsoft.com/office/officeart/2005/8/layout/list1"/>
    <dgm:cxn modelId="{46B0A4BD-FA3E-40C6-A6AD-E0271133823C}" srcId="{EA3A033A-B133-4D3D-B22F-E6CDFF140E96}" destId="{3CE8F070-FB19-4A22-9D16-6EC0AAAF9B54}" srcOrd="1" destOrd="0" parTransId="{A74404F9-47EE-4F0C-AD88-FC2897A432B2}" sibTransId="{F75E6D79-C19D-40F5-AC82-5953D5C01EDE}"/>
    <dgm:cxn modelId="{B08367C6-0F70-4FDC-A518-4C63F8868575}" srcId="{8B1BC1F5-A435-46A3-AC18-85A7A06AA411}" destId="{04D32264-0673-40E2-BED3-2494033A3CA6}" srcOrd="0" destOrd="0" parTransId="{8B78B9E7-DB3D-4FF1-88FC-0ACAB64CB6A7}" sibTransId="{DA04319D-ACAB-4EF2-8D46-E4252110E04F}"/>
    <dgm:cxn modelId="{BC8260CE-7C73-4AE1-B947-BD6311EACADA}" srcId="{C617DCA9-A057-401D-98D9-2C7867AFD471}" destId="{888E8291-EE4A-4B58-8CE1-7A004017117E}" srcOrd="0" destOrd="0" parTransId="{E53BB193-B378-477F-983B-A0FB4A5E11E7}" sibTransId="{471A262C-C3A2-42BA-AFE6-1A04397FBB6B}"/>
    <dgm:cxn modelId="{0F8BB4D1-AB42-45B7-B9B2-63F0D63E0D91}" srcId="{EA3A033A-B133-4D3D-B22F-E6CDFF140E96}" destId="{C617DCA9-A057-401D-98D9-2C7867AFD471}" srcOrd="0" destOrd="0" parTransId="{384B8E32-3EFF-491D-A2E5-00A3A66B2A23}" sibTransId="{51326861-CFC0-4891-A9D3-B328903E423A}"/>
    <dgm:cxn modelId="{C56BF1D8-6910-4F93-A2AC-C4F15FFB78C8}" type="presOf" srcId="{8B1BC1F5-A435-46A3-AC18-85A7A06AA411}" destId="{0D39DC54-D3FB-4242-A2C8-F5DAA100153A}" srcOrd="0" destOrd="0" presId="urn:microsoft.com/office/officeart/2005/8/layout/list1"/>
    <dgm:cxn modelId="{7A3796EE-6586-4684-B3E0-463CCB7AB418}" type="presOf" srcId="{C617DCA9-A057-401D-98D9-2C7867AFD471}" destId="{6CD330E4-3345-4D66-8A42-9D7EE33582F0}" srcOrd="1" destOrd="0" presId="urn:microsoft.com/office/officeart/2005/8/layout/list1"/>
    <dgm:cxn modelId="{A7B9ABF7-74E9-43A5-AB9B-7D458042C4CE}" srcId="{C617DCA9-A057-401D-98D9-2C7867AFD471}" destId="{C55CB2BF-9688-4CC4-97D2-93188A6333BE}" srcOrd="1" destOrd="0" parTransId="{339EFD35-4BBA-40BB-B39A-67E9D7F53C3A}" sibTransId="{43458EF3-83C5-4C76-A17F-0A4528696554}"/>
    <dgm:cxn modelId="{87F3A2FC-07AD-4871-888D-2A78A7969109}" type="presOf" srcId="{86EB9599-A4E5-4C75-89C7-4D25ABA4ED2E}" destId="{EB0921E4-3578-47A7-8BC6-BB7247B45768}" srcOrd="0" destOrd="1" presId="urn:microsoft.com/office/officeart/2005/8/layout/list1"/>
    <dgm:cxn modelId="{E0C493FF-76A8-4893-8155-C2C688BB3444}" srcId="{3CE8F070-FB19-4A22-9D16-6EC0AAAF9B54}" destId="{077395C7-7391-4D7D-B84F-006C939E0FBE}" srcOrd="2" destOrd="0" parTransId="{42B626DB-217F-445E-AAB0-7FFB7431D321}" sibTransId="{85A6DDC1-D1FC-4542-AC42-D62F7B90458F}"/>
    <dgm:cxn modelId="{C2D4EF41-5A68-4673-96E0-8C57779DE85E}" type="presParOf" srcId="{B333AD20-F6E4-4A14-A29A-C99317CEF46E}" destId="{43DF98B0-B625-4658-B693-12D1C7DD61E4}" srcOrd="0" destOrd="0" presId="urn:microsoft.com/office/officeart/2005/8/layout/list1"/>
    <dgm:cxn modelId="{78715167-1BFE-4852-A6A7-53632F996B51}" type="presParOf" srcId="{43DF98B0-B625-4658-B693-12D1C7DD61E4}" destId="{A55C44CE-6CE2-4F1D-AE1A-46BE0D7B552F}" srcOrd="0" destOrd="0" presId="urn:microsoft.com/office/officeart/2005/8/layout/list1"/>
    <dgm:cxn modelId="{3BEE0894-235F-4167-8CD8-F363B9AD736D}" type="presParOf" srcId="{43DF98B0-B625-4658-B693-12D1C7DD61E4}" destId="{6CD330E4-3345-4D66-8A42-9D7EE33582F0}" srcOrd="1" destOrd="0" presId="urn:microsoft.com/office/officeart/2005/8/layout/list1"/>
    <dgm:cxn modelId="{EFE1E3E4-4717-4094-B6E8-E5C7614B8105}" type="presParOf" srcId="{B333AD20-F6E4-4A14-A29A-C99317CEF46E}" destId="{B0BE1CAD-141E-48F5-9A14-9DC6FD962FDC}" srcOrd="1" destOrd="0" presId="urn:microsoft.com/office/officeart/2005/8/layout/list1"/>
    <dgm:cxn modelId="{BA9ADBA1-0961-4634-AF28-E2E797B92CD9}" type="presParOf" srcId="{B333AD20-F6E4-4A14-A29A-C99317CEF46E}" destId="{572ADE74-71B1-4B2E-A1E9-1BBBAB442AC5}" srcOrd="2" destOrd="0" presId="urn:microsoft.com/office/officeart/2005/8/layout/list1"/>
    <dgm:cxn modelId="{CB5D51C2-FED5-4BE6-AD28-C080CF115340}" type="presParOf" srcId="{B333AD20-F6E4-4A14-A29A-C99317CEF46E}" destId="{43928C1F-335C-41DC-AADA-0F51E4B4FFAE}" srcOrd="3" destOrd="0" presId="urn:microsoft.com/office/officeart/2005/8/layout/list1"/>
    <dgm:cxn modelId="{E4DF974C-7E04-4CA6-AC42-F90828A4675B}" type="presParOf" srcId="{B333AD20-F6E4-4A14-A29A-C99317CEF46E}" destId="{A2D73DC5-25F2-4867-AC5C-2AEC5BA25EB7}" srcOrd="4" destOrd="0" presId="urn:microsoft.com/office/officeart/2005/8/layout/list1"/>
    <dgm:cxn modelId="{F5A25DC0-8676-406A-AA4B-EF6BD48F5212}" type="presParOf" srcId="{A2D73DC5-25F2-4867-AC5C-2AEC5BA25EB7}" destId="{05C5E6EA-BB7E-4766-8253-DFE0324B160B}" srcOrd="0" destOrd="0" presId="urn:microsoft.com/office/officeart/2005/8/layout/list1"/>
    <dgm:cxn modelId="{6405F330-690A-4240-B373-FE8B0D947967}" type="presParOf" srcId="{A2D73DC5-25F2-4867-AC5C-2AEC5BA25EB7}" destId="{8DE1F4A1-8D2F-488B-B15D-3D98DCD37A08}" srcOrd="1" destOrd="0" presId="urn:microsoft.com/office/officeart/2005/8/layout/list1"/>
    <dgm:cxn modelId="{94265E7C-6834-43BA-8C0F-412939F1ACCF}" type="presParOf" srcId="{B333AD20-F6E4-4A14-A29A-C99317CEF46E}" destId="{01B50ADB-870B-45C7-994F-A35DE5A4FA3D}" srcOrd="5" destOrd="0" presId="urn:microsoft.com/office/officeart/2005/8/layout/list1"/>
    <dgm:cxn modelId="{2B6A9822-7624-4A14-B0F9-9B1E970378F6}" type="presParOf" srcId="{B333AD20-F6E4-4A14-A29A-C99317CEF46E}" destId="{EB0921E4-3578-47A7-8BC6-BB7247B45768}" srcOrd="6" destOrd="0" presId="urn:microsoft.com/office/officeart/2005/8/layout/list1"/>
    <dgm:cxn modelId="{9E920659-C752-4F31-8197-5D62F15921C7}" type="presParOf" srcId="{B333AD20-F6E4-4A14-A29A-C99317CEF46E}" destId="{5E9A3600-1FD9-4E49-9954-A3A848251678}" srcOrd="7" destOrd="0" presId="urn:microsoft.com/office/officeart/2005/8/layout/list1"/>
    <dgm:cxn modelId="{0CFF6FF9-E84C-4D3D-9642-2BE1A3B93A8E}" type="presParOf" srcId="{B333AD20-F6E4-4A14-A29A-C99317CEF46E}" destId="{8D59CBE1-660D-45C4-AD0A-1648E15602DC}" srcOrd="8" destOrd="0" presId="urn:microsoft.com/office/officeart/2005/8/layout/list1"/>
    <dgm:cxn modelId="{F66BB043-F259-4059-AE9E-8BF16A6D8412}" type="presParOf" srcId="{8D59CBE1-660D-45C4-AD0A-1648E15602DC}" destId="{0D39DC54-D3FB-4242-A2C8-F5DAA100153A}" srcOrd="0" destOrd="0" presId="urn:microsoft.com/office/officeart/2005/8/layout/list1"/>
    <dgm:cxn modelId="{EDD45003-894E-46A8-9746-D7E032C2C9B0}" type="presParOf" srcId="{8D59CBE1-660D-45C4-AD0A-1648E15602DC}" destId="{1D7F818F-BAF0-450F-8B3E-94F54BAA529F}" srcOrd="1" destOrd="0" presId="urn:microsoft.com/office/officeart/2005/8/layout/list1"/>
    <dgm:cxn modelId="{A78FECAD-615B-4BEA-88FF-82DF67DCB627}" type="presParOf" srcId="{B333AD20-F6E4-4A14-A29A-C99317CEF46E}" destId="{3E70246F-9468-4B6B-B9B5-F3357C85DD44}" srcOrd="9" destOrd="0" presId="urn:microsoft.com/office/officeart/2005/8/layout/list1"/>
    <dgm:cxn modelId="{32C05771-5BFD-45AD-B784-3CD499A933C5}" type="presParOf" srcId="{B333AD20-F6E4-4A14-A29A-C99317CEF46E}" destId="{2A8BF67C-A882-4D76-9E80-F94A935AC10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B26A915-0CA7-4D07-A7A3-94CBC9A2008A}" type="doc">
      <dgm:prSet loTypeId="urn:microsoft.com/office/officeart/2005/8/layout/venn3" loCatId="relationship" qsTypeId="urn:microsoft.com/office/officeart/2005/8/quickstyle/simple1" qsCatId="simple" csTypeId="urn:microsoft.com/office/officeart/2005/8/colors/accent4_3" csCatId="accent4" phldr="1"/>
      <dgm:spPr/>
      <dgm:t>
        <a:bodyPr/>
        <a:lstStyle/>
        <a:p>
          <a:endParaRPr lang="zh-CN" altLang="en-US"/>
        </a:p>
      </dgm:t>
    </dgm:pt>
    <dgm:pt modelId="{F1635527-65DF-4E0A-BC33-30B5C896AB04}">
      <dgm:prSet phldrT="[文本]" custT="1"/>
      <dgm:spPr/>
      <dgm:t>
        <a:bodyPr/>
        <a:lstStyle/>
        <a:p>
          <a:r>
            <a:rPr lang="zh-CN" altLang="en-US" sz="1600" dirty="0">
              <a:solidFill>
                <a:schemeClr val="accent4">
                  <a:lumMod val="50000"/>
                </a:schemeClr>
              </a:solidFill>
            </a:rPr>
            <a:t>角色等级</a:t>
          </a:r>
        </a:p>
      </dgm:t>
    </dgm:pt>
    <dgm:pt modelId="{048293F9-73B4-4987-8821-5386351C5A4D}" type="parTrans" cxnId="{ECB8599F-A528-4BE7-B1D4-CCFE99F666A8}">
      <dgm:prSet/>
      <dgm:spPr/>
      <dgm:t>
        <a:bodyPr/>
        <a:lstStyle/>
        <a:p>
          <a:endParaRPr lang="zh-CN" altLang="en-US" sz="1600">
            <a:solidFill>
              <a:schemeClr val="accent4">
                <a:lumMod val="50000"/>
              </a:schemeClr>
            </a:solidFill>
          </a:endParaRPr>
        </a:p>
      </dgm:t>
    </dgm:pt>
    <dgm:pt modelId="{2F558372-4EF6-4C53-B8E8-AEB1CEAB7D9C}" type="sibTrans" cxnId="{ECB8599F-A528-4BE7-B1D4-CCFE99F666A8}">
      <dgm:prSet/>
      <dgm:spPr/>
      <dgm:t>
        <a:bodyPr/>
        <a:lstStyle/>
        <a:p>
          <a:endParaRPr lang="zh-CN" altLang="en-US" sz="1600">
            <a:solidFill>
              <a:schemeClr val="accent4">
                <a:lumMod val="50000"/>
              </a:schemeClr>
            </a:solidFill>
          </a:endParaRPr>
        </a:p>
      </dgm:t>
    </dgm:pt>
    <dgm:pt modelId="{7894DFF9-0B4C-4E47-8B50-96A0FFF65C3B}">
      <dgm:prSet phldrT="[文本]" custT="1"/>
      <dgm:spPr/>
      <dgm:t>
        <a:bodyPr/>
        <a:lstStyle/>
        <a:p>
          <a:r>
            <a:rPr lang="zh-CN" altLang="en-US" sz="1600" dirty="0">
              <a:solidFill>
                <a:schemeClr val="accent4">
                  <a:lumMod val="50000"/>
                </a:schemeClr>
              </a:solidFill>
            </a:rPr>
            <a:t>该等级下的</a:t>
          </a:r>
          <a:r>
            <a:rPr lang="zh-CN" altLang="en-US" sz="1600">
              <a:solidFill>
                <a:schemeClr val="accent4">
                  <a:lumMod val="50000"/>
                </a:schemeClr>
              </a:solidFill>
            </a:rPr>
            <a:t>普攻伤害区间</a:t>
          </a:r>
          <a:endParaRPr lang="zh-CN" altLang="en-US" sz="1600" dirty="0">
            <a:solidFill>
              <a:schemeClr val="accent4">
                <a:lumMod val="50000"/>
              </a:schemeClr>
            </a:solidFill>
          </a:endParaRPr>
        </a:p>
      </dgm:t>
    </dgm:pt>
    <dgm:pt modelId="{3BF288E7-E57A-4712-87E9-09023CBB34AD}" type="parTrans" cxnId="{F26CDEC5-924A-4587-B3C0-EC4885D1B30C}">
      <dgm:prSet/>
      <dgm:spPr/>
      <dgm:t>
        <a:bodyPr/>
        <a:lstStyle/>
        <a:p>
          <a:endParaRPr lang="zh-CN" altLang="en-US" sz="1600">
            <a:solidFill>
              <a:schemeClr val="accent4">
                <a:lumMod val="50000"/>
              </a:schemeClr>
            </a:solidFill>
          </a:endParaRPr>
        </a:p>
      </dgm:t>
    </dgm:pt>
    <dgm:pt modelId="{169CADD9-2DFB-4D31-AA48-933C96B0E141}" type="sibTrans" cxnId="{F26CDEC5-924A-4587-B3C0-EC4885D1B30C}">
      <dgm:prSet/>
      <dgm:spPr/>
      <dgm:t>
        <a:bodyPr/>
        <a:lstStyle/>
        <a:p>
          <a:endParaRPr lang="zh-CN" altLang="en-US" sz="1600">
            <a:solidFill>
              <a:schemeClr val="accent4">
                <a:lumMod val="50000"/>
              </a:schemeClr>
            </a:solidFill>
          </a:endParaRPr>
        </a:p>
      </dgm:t>
    </dgm:pt>
    <dgm:pt modelId="{A1E284B5-FFC4-46DE-8E4D-C268AAB289AD}">
      <dgm:prSet phldrT="[文本]" custT="1"/>
      <dgm:spPr/>
      <dgm:t>
        <a:bodyPr/>
        <a:lstStyle/>
        <a:p>
          <a:r>
            <a:rPr lang="zh-CN" altLang="en-US" sz="1600" dirty="0">
              <a:solidFill>
                <a:schemeClr val="accent4">
                  <a:lumMod val="50000"/>
                </a:schemeClr>
              </a:solidFill>
            </a:rPr>
            <a:t>该等级下的标准技能总伤害区间</a:t>
          </a:r>
        </a:p>
      </dgm:t>
    </dgm:pt>
    <dgm:pt modelId="{B7B7ABAB-1A0A-4924-936E-18B75B5700FA}" type="parTrans" cxnId="{3D3940A7-C50F-4060-85BB-A385C69E4298}">
      <dgm:prSet/>
      <dgm:spPr/>
      <dgm:t>
        <a:bodyPr/>
        <a:lstStyle/>
        <a:p>
          <a:endParaRPr lang="zh-CN" altLang="en-US" sz="1600">
            <a:solidFill>
              <a:schemeClr val="accent4">
                <a:lumMod val="50000"/>
              </a:schemeClr>
            </a:solidFill>
          </a:endParaRPr>
        </a:p>
      </dgm:t>
    </dgm:pt>
    <dgm:pt modelId="{6655A5A1-C380-479B-8543-EA0220D5B325}" type="sibTrans" cxnId="{3D3940A7-C50F-4060-85BB-A385C69E4298}">
      <dgm:prSet/>
      <dgm:spPr/>
      <dgm:t>
        <a:bodyPr/>
        <a:lstStyle/>
        <a:p>
          <a:endParaRPr lang="zh-CN" altLang="en-US" sz="1600">
            <a:solidFill>
              <a:schemeClr val="accent4">
                <a:lumMod val="50000"/>
              </a:schemeClr>
            </a:solidFill>
          </a:endParaRPr>
        </a:p>
      </dgm:t>
    </dgm:pt>
    <dgm:pt modelId="{789E145D-0131-4DE3-97D0-9212EC21AF7E}">
      <dgm:prSet phldrT="[文本]" custT="1"/>
      <dgm:spPr/>
      <dgm:t>
        <a:bodyPr/>
        <a:lstStyle/>
        <a:p>
          <a:r>
            <a:rPr lang="zh-CN" altLang="en-US" sz="1600" dirty="0">
              <a:solidFill>
                <a:schemeClr val="accent4">
                  <a:lumMod val="50000"/>
                </a:schemeClr>
              </a:solidFill>
            </a:rPr>
            <a:t>该等级下的普攻回合数区间</a:t>
          </a:r>
          <a:endParaRPr lang="en-US" altLang="zh-CN" sz="1600" dirty="0">
            <a:solidFill>
              <a:schemeClr val="accent4">
                <a:lumMod val="50000"/>
              </a:schemeClr>
            </a:solidFill>
          </a:endParaRPr>
        </a:p>
      </dgm:t>
    </dgm:pt>
    <dgm:pt modelId="{7C9BB3B4-5FCA-4C49-BA0C-6F20D5CF3E41}" type="parTrans" cxnId="{DFA03254-D043-4526-B010-A9A3A0D4531A}">
      <dgm:prSet/>
      <dgm:spPr/>
      <dgm:t>
        <a:bodyPr/>
        <a:lstStyle/>
        <a:p>
          <a:endParaRPr lang="zh-CN" altLang="en-US" sz="1600">
            <a:solidFill>
              <a:schemeClr val="accent4">
                <a:lumMod val="50000"/>
              </a:schemeClr>
            </a:solidFill>
          </a:endParaRPr>
        </a:p>
      </dgm:t>
    </dgm:pt>
    <dgm:pt modelId="{60F1B2BA-58A7-43A1-8C20-4FB717CCBBAB}" type="sibTrans" cxnId="{DFA03254-D043-4526-B010-A9A3A0D4531A}">
      <dgm:prSet/>
      <dgm:spPr/>
      <dgm:t>
        <a:bodyPr/>
        <a:lstStyle/>
        <a:p>
          <a:endParaRPr lang="zh-CN" altLang="en-US" sz="1600">
            <a:solidFill>
              <a:schemeClr val="accent4">
                <a:lumMod val="50000"/>
              </a:schemeClr>
            </a:solidFill>
          </a:endParaRPr>
        </a:p>
      </dgm:t>
    </dgm:pt>
    <dgm:pt modelId="{87DEF2F2-FC0D-41D9-848F-00E61F14413C}">
      <dgm:prSet phldrT="[文本]" custT="1"/>
      <dgm:spPr/>
      <dgm:t>
        <a:bodyPr/>
        <a:lstStyle/>
        <a:p>
          <a:r>
            <a:rPr lang="zh-CN" altLang="en-US" sz="1600" dirty="0">
              <a:solidFill>
                <a:schemeClr val="accent4">
                  <a:lumMod val="50000"/>
                </a:schemeClr>
              </a:solidFill>
            </a:rPr>
            <a:t>纯技能伤害，需要多少个标准技能</a:t>
          </a:r>
          <a:endParaRPr lang="en-US" altLang="zh-CN" sz="1600" dirty="0">
            <a:solidFill>
              <a:schemeClr val="accent4">
                <a:lumMod val="50000"/>
              </a:schemeClr>
            </a:solidFill>
          </a:endParaRPr>
        </a:p>
      </dgm:t>
    </dgm:pt>
    <dgm:pt modelId="{22DACE91-4666-4E35-8AA0-496B993D34FB}" type="parTrans" cxnId="{5DF83553-3573-44F1-B07A-C84E8437328C}">
      <dgm:prSet/>
      <dgm:spPr/>
      <dgm:t>
        <a:bodyPr/>
        <a:lstStyle/>
        <a:p>
          <a:endParaRPr lang="zh-CN" altLang="en-US">
            <a:solidFill>
              <a:schemeClr val="accent4">
                <a:lumMod val="50000"/>
              </a:schemeClr>
            </a:solidFill>
          </a:endParaRPr>
        </a:p>
      </dgm:t>
    </dgm:pt>
    <dgm:pt modelId="{FDC3F369-D4D7-4E39-A552-55F8A6E96D4F}" type="sibTrans" cxnId="{5DF83553-3573-44F1-B07A-C84E8437328C}">
      <dgm:prSet/>
      <dgm:spPr/>
      <dgm:t>
        <a:bodyPr/>
        <a:lstStyle/>
        <a:p>
          <a:endParaRPr lang="zh-CN" altLang="en-US">
            <a:solidFill>
              <a:schemeClr val="accent4">
                <a:lumMod val="50000"/>
              </a:schemeClr>
            </a:solidFill>
          </a:endParaRPr>
        </a:p>
      </dgm:t>
    </dgm:pt>
    <dgm:pt modelId="{03C8400C-DE9D-4889-A18C-957575B7E25C}" type="pres">
      <dgm:prSet presAssocID="{EB26A915-0CA7-4D07-A7A3-94CBC9A2008A}" presName="Name0" presStyleCnt="0">
        <dgm:presLayoutVars>
          <dgm:dir/>
          <dgm:resizeHandles val="exact"/>
        </dgm:presLayoutVars>
      </dgm:prSet>
      <dgm:spPr/>
    </dgm:pt>
    <dgm:pt modelId="{6CC3A4FA-FA66-43BB-AB43-443858A69E3A}" type="pres">
      <dgm:prSet presAssocID="{F1635527-65DF-4E0A-BC33-30B5C896AB04}" presName="Name5" presStyleLbl="vennNode1" presStyleIdx="0" presStyleCnt="5">
        <dgm:presLayoutVars>
          <dgm:bulletEnabled val="1"/>
        </dgm:presLayoutVars>
      </dgm:prSet>
      <dgm:spPr/>
    </dgm:pt>
    <dgm:pt modelId="{CC113488-7519-4ACE-902F-58040278105C}" type="pres">
      <dgm:prSet presAssocID="{2F558372-4EF6-4C53-B8E8-AEB1CEAB7D9C}" presName="space" presStyleCnt="0"/>
      <dgm:spPr/>
    </dgm:pt>
    <dgm:pt modelId="{F1B7BCEA-3CBE-4429-928A-CDB55B3C376C}" type="pres">
      <dgm:prSet presAssocID="{7894DFF9-0B4C-4E47-8B50-96A0FFF65C3B}" presName="Name5" presStyleLbl="vennNode1" presStyleIdx="1" presStyleCnt="5">
        <dgm:presLayoutVars>
          <dgm:bulletEnabled val="1"/>
        </dgm:presLayoutVars>
      </dgm:prSet>
      <dgm:spPr/>
    </dgm:pt>
    <dgm:pt modelId="{8A2E4154-8491-48CE-BBE6-433D5DDA7C5C}" type="pres">
      <dgm:prSet presAssocID="{169CADD9-2DFB-4D31-AA48-933C96B0E141}" presName="space" presStyleCnt="0"/>
      <dgm:spPr/>
    </dgm:pt>
    <dgm:pt modelId="{CE35FA1A-F22C-4F3E-AA52-375BADCC4C15}" type="pres">
      <dgm:prSet presAssocID="{A1E284B5-FFC4-46DE-8E4D-C268AAB289AD}" presName="Name5" presStyleLbl="vennNode1" presStyleIdx="2" presStyleCnt="5">
        <dgm:presLayoutVars>
          <dgm:bulletEnabled val="1"/>
        </dgm:presLayoutVars>
      </dgm:prSet>
      <dgm:spPr/>
    </dgm:pt>
    <dgm:pt modelId="{4DF85BAF-6677-45B6-915C-45D204E8F996}" type="pres">
      <dgm:prSet presAssocID="{6655A5A1-C380-479B-8543-EA0220D5B325}" presName="space" presStyleCnt="0"/>
      <dgm:spPr/>
    </dgm:pt>
    <dgm:pt modelId="{F959CD89-CAFF-49D8-B20C-7B8A235DA4B1}" type="pres">
      <dgm:prSet presAssocID="{789E145D-0131-4DE3-97D0-9212EC21AF7E}" presName="Name5" presStyleLbl="vennNode1" presStyleIdx="3" presStyleCnt="5">
        <dgm:presLayoutVars>
          <dgm:bulletEnabled val="1"/>
        </dgm:presLayoutVars>
      </dgm:prSet>
      <dgm:spPr/>
    </dgm:pt>
    <dgm:pt modelId="{EF3DD654-4189-44E2-BED4-432B8BF7EC92}" type="pres">
      <dgm:prSet presAssocID="{60F1B2BA-58A7-43A1-8C20-4FB717CCBBAB}" presName="space" presStyleCnt="0"/>
      <dgm:spPr/>
    </dgm:pt>
    <dgm:pt modelId="{D771A092-2B33-4071-8355-09D88F6FF448}" type="pres">
      <dgm:prSet presAssocID="{87DEF2F2-FC0D-41D9-848F-00E61F14413C}" presName="Name5" presStyleLbl="vennNode1" presStyleIdx="4" presStyleCnt="5">
        <dgm:presLayoutVars>
          <dgm:bulletEnabled val="1"/>
        </dgm:presLayoutVars>
      </dgm:prSet>
      <dgm:spPr/>
    </dgm:pt>
  </dgm:ptLst>
  <dgm:cxnLst>
    <dgm:cxn modelId="{09C0D624-BBFC-4EA7-9DC1-DA8D8BDCC4ED}" type="presOf" srcId="{7894DFF9-0B4C-4E47-8B50-96A0FFF65C3B}" destId="{F1B7BCEA-3CBE-4429-928A-CDB55B3C376C}" srcOrd="0" destOrd="0" presId="urn:microsoft.com/office/officeart/2005/8/layout/venn3"/>
    <dgm:cxn modelId="{A929056F-392C-4A07-A499-C4F32FE00986}" type="presOf" srcId="{789E145D-0131-4DE3-97D0-9212EC21AF7E}" destId="{F959CD89-CAFF-49D8-B20C-7B8A235DA4B1}" srcOrd="0" destOrd="0" presId="urn:microsoft.com/office/officeart/2005/8/layout/venn3"/>
    <dgm:cxn modelId="{5DF83553-3573-44F1-B07A-C84E8437328C}" srcId="{EB26A915-0CA7-4D07-A7A3-94CBC9A2008A}" destId="{87DEF2F2-FC0D-41D9-848F-00E61F14413C}" srcOrd="4" destOrd="0" parTransId="{22DACE91-4666-4E35-8AA0-496B993D34FB}" sibTransId="{FDC3F369-D4D7-4E39-A552-55F8A6E96D4F}"/>
    <dgm:cxn modelId="{DFA03254-D043-4526-B010-A9A3A0D4531A}" srcId="{EB26A915-0CA7-4D07-A7A3-94CBC9A2008A}" destId="{789E145D-0131-4DE3-97D0-9212EC21AF7E}" srcOrd="3" destOrd="0" parTransId="{7C9BB3B4-5FCA-4C49-BA0C-6F20D5CF3E41}" sibTransId="{60F1B2BA-58A7-43A1-8C20-4FB717CCBBAB}"/>
    <dgm:cxn modelId="{0660FB56-25C4-49C8-BA34-A7CF56554327}" type="presOf" srcId="{87DEF2F2-FC0D-41D9-848F-00E61F14413C}" destId="{D771A092-2B33-4071-8355-09D88F6FF448}" srcOrd="0" destOrd="0" presId="urn:microsoft.com/office/officeart/2005/8/layout/venn3"/>
    <dgm:cxn modelId="{ECB8599F-A528-4BE7-B1D4-CCFE99F666A8}" srcId="{EB26A915-0CA7-4D07-A7A3-94CBC9A2008A}" destId="{F1635527-65DF-4E0A-BC33-30B5C896AB04}" srcOrd="0" destOrd="0" parTransId="{048293F9-73B4-4987-8821-5386351C5A4D}" sibTransId="{2F558372-4EF6-4C53-B8E8-AEB1CEAB7D9C}"/>
    <dgm:cxn modelId="{07F233A5-3499-4704-AF14-8A9FBC6E6B10}" type="presOf" srcId="{A1E284B5-FFC4-46DE-8E4D-C268AAB289AD}" destId="{CE35FA1A-F22C-4F3E-AA52-375BADCC4C15}" srcOrd="0" destOrd="0" presId="urn:microsoft.com/office/officeart/2005/8/layout/venn3"/>
    <dgm:cxn modelId="{3D3940A7-C50F-4060-85BB-A385C69E4298}" srcId="{EB26A915-0CA7-4D07-A7A3-94CBC9A2008A}" destId="{A1E284B5-FFC4-46DE-8E4D-C268AAB289AD}" srcOrd="2" destOrd="0" parTransId="{B7B7ABAB-1A0A-4924-936E-18B75B5700FA}" sibTransId="{6655A5A1-C380-479B-8543-EA0220D5B325}"/>
    <dgm:cxn modelId="{B6E714AE-E3BA-499D-A0C5-3C9551163A30}" type="presOf" srcId="{EB26A915-0CA7-4D07-A7A3-94CBC9A2008A}" destId="{03C8400C-DE9D-4889-A18C-957575B7E25C}" srcOrd="0" destOrd="0" presId="urn:microsoft.com/office/officeart/2005/8/layout/venn3"/>
    <dgm:cxn modelId="{34867DB4-181A-4F7A-8C59-D07B4230A859}" type="presOf" srcId="{F1635527-65DF-4E0A-BC33-30B5C896AB04}" destId="{6CC3A4FA-FA66-43BB-AB43-443858A69E3A}" srcOrd="0" destOrd="0" presId="urn:microsoft.com/office/officeart/2005/8/layout/venn3"/>
    <dgm:cxn modelId="{F26CDEC5-924A-4587-B3C0-EC4885D1B30C}" srcId="{EB26A915-0CA7-4D07-A7A3-94CBC9A2008A}" destId="{7894DFF9-0B4C-4E47-8B50-96A0FFF65C3B}" srcOrd="1" destOrd="0" parTransId="{3BF288E7-E57A-4712-87E9-09023CBB34AD}" sibTransId="{169CADD9-2DFB-4D31-AA48-933C96B0E141}"/>
    <dgm:cxn modelId="{60C8CE11-C1BF-4E0C-9724-70DD8348E1D1}" type="presParOf" srcId="{03C8400C-DE9D-4889-A18C-957575B7E25C}" destId="{6CC3A4FA-FA66-43BB-AB43-443858A69E3A}" srcOrd="0" destOrd="0" presId="urn:microsoft.com/office/officeart/2005/8/layout/venn3"/>
    <dgm:cxn modelId="{C9BD321D-C32A-4C79-8532-3C9B585770A5}" type="presParOf" srcId="{03C8400C-DE9D-4889-A18C-957575B7E25C}" destId="{CC113488-7519-4ACE-902F-58040278105C}" srcOrd="1" destOrd="0" presId="urn:microsoft.com/office/officeart/2005/8/layout/venn3"/>
    <dgm:cxn modelId="{695C6E05-75E1-4AEA-A813-4B9F9DD3437C}" type="presParOf" srcId="{03C8400C-DE9D-4889-A18C-957575B7E25C}" destId="{F1B7BCEA-3CBE-4429-928A-CDB55B3C376C}" srcOrd="2" destOrd="0" presId="urn:microsoft.com/office/officeart/2005/8/layout/venn3"/>
    <dgm:cxn modelId="{1E8F31EB-8E07-4905-8F5D-3A9B0807D942}" type="presParOf" srcId="{03C8400C-DE9D-4889-A18C-957575B7E25C}" destId="{8A2E4154-8491-48CE-BBE6-433D5DDA7C5C}" srcOrd="3" destOrd="0" presId="urn:microsoft.com/office/officeart/2005/8/layout/venn3"/>
    <dgm:cxn modelId="{9BD0851E-CF38-44E0-B7DC-C1E9A5D34374}" type="presParOf" srcId="{03C8400C-DE9D-4889-A18C-957575B7E25C}" destId="{CE35FA1A-F22C-4F3E-AA52-375BADCC4C15}" srcOrd="4" destOrd="0" presId="urn:microsoft.com/office/officeart/2005/8/layout/venn3"/>
    <dgm:cxn modelId="{BB34C39A-FAB0-400E-AB59-81CD5EB741C2}" type="presParOf" srcId="{03C8400C-DE9D-4889-A18C-957575B7E25C}" destId="{4DF85BAF-6677-45B6-915C-45D204E8F996}" srcOrd="5" destOrd="0" presId="urn:microsoft.com/office/officeart/2005/8/layout/venn3"/>
    <dgm:cxn modelId="{204D83B3-FD2E-4AF8-ACB4-8F8963E7D0ED}" type="presParOf" srcId="{03C8400C-DE9D-4889-A18C-957575B7E25C}" destId="{F959CD89-CAFF-49D8-B20C-7B8A235DA4B1}" srcOrd="6" destOrd="0" presId="urn:microsoft.com/office/officeart/2005/8/layout/venn3"/>
    <dgm:cxn modelId="{DA04D6AC-C37B-4AB2-9FD1-558D9CB4E487}" type="presParOf" srcId="{03C8400C-DE9D-4889-A18C-957575B7E25C}" destId="{EF3DD654-4189-44E2-BED4-432B8BF7EC92}" srcOrd="7" destOrd="0" presId="urn:microsoft.com/office/officeart/2005/8/layout/venn3"/>
    <dgm:cxn modelId="{80D8C6EF-2C7F-4DB5-94ED-8A0F8E036E21}" type="presParOf" srcId="{03C8400C-DE9D-4889-A18C-957575B7E25C}" destId="{D771A092-2B33-4071-8355-09D88F6FF448}"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410FEAF-58FE-43F7-91BA-15E2090568C8}" type="doc">
      <dgm:prSet loTypeId="urn:microsoft.com/office/officeart/2005/8/layout/equation2" loCatId="process" qsTypeId="urn:microsoft.com/office/officeart/2005/8/quickstyle/simple1" qsCatId="simple" csTypeId="urn:microsoft.com/office/officeart/2005/8/colors/accent6_3" csCatId="accent6" phldr="1"/>
      <dgm:spPr/>
    </dgm:pt>
    <dgm:pt modelId="{12B5496E-0DF9-4AAC-9878-57BBCCE0276C}">
      <dgm:prSet phldrT="[文本]"/>
      <dgm:spPr/>
      <dgm:t>
        <a:bodyPr/>
        <a:lstStyle/>
        <a:p>
          <a:r>
            <a:rPr lang="zh-CN" altLang="en-US" dirty="0">
              <a:solidFill>
                <a:schemeClr val="accent6">
                  <a:lumMod val="50000"/>
                </a:schemeClr>
              </a:solidFill>
            </a:rPr>
            <a:t>普攻时间</a:t>
          </a:r>
        </a:p>
      </dgm:t>
    </dgm:pt>
    <dgm:pt modelId="{6C94AC4A-C7AD-4F71-9C60-DBC12170DD8C}" type="parTrans" cxnId="{A774C531-B445-49E6-8A37-1D18D261A0A6}">
      <dgm:prSet/>
      <dgm:spPr/>
      <dgm:t>
        <a:bodyPr/>
        <a:lstStyle/>
        <a:p>
          <a:endParaRPr lang="zh-CN" altLang="en-US">
            <a:solidFill>
              <a:schemeClr val="accent6">
                <a:lumMod val="50000"/>
              </a:schemeClr>
            </a:solidFill>
          </a:endParaRPr>
        </a:p>
      </dgm:t>
    </dgm:pt>
    <dgm:pt modelId="{A334C820-FCFC-4AE8-9B68-7B663FDFFFDE}" type="sibTrans" cxnId="{A774C531-B445-49E6-8A37-1D18D261A0A6}">
      <dgm:prSet/>
      <dgm:spPr/>
      <dgm:t>
        <a:bodyPr/>
        <a:lstStyle/>
        <a:p>
          <a:endParaRPr lang="zh-CN" altLang="en-US">
            <a:solidFill>
              <a:schemeClr val="accent6">
                <a:lumMod val="50000"/>
              </a:schemeClr>
            </a:solidFill>
          </a:endParaRPr>
        </a:p>
      </dgm:t>
    </dgm:pt>
    <dgm:pt modelId="{B81F03A0-59B8-42F4-8197-C01137797D0E}">
      <dgm:prSet phldrT="[文本]"/>
      <dgm:spPr/>
      <dgm:t>
        <a:bodyPr/>
        <a:lstStyle/>
        <a:p>
          <a:r>
            <a:rPr lang="zh-CN" altLang="en-US" dirty="0">
              <a:solidFill>
                <a:schemeClr val="accent6">
                  <a:lumMod val="50000"/>
                </a:schemeClr>
              </a:solidFill>
            </a:rPr>
            <a:t>技能时间</a:t>
          </a:r>
        </a:p>
      </dgm:t>
    </dgm:pt>
    <dgm:pt modelId="{3532FD7C-29EE-496F-9212-861B390AAF2D}" type="parTrans" cxnId="{E42D9B48-EE31-41DE-8B36-E4035BD470C4}">
      <dgm:prSet/>
      <dgm:spPr/>
      <dgm:t>
        <a:bodyPr/>
        <a:lstStyle/>
        <a:p>
          <a:endParaRPr lang="zh-CN" altLang="en-US">
            <a:solidFill>
              <a:schemeClr val="accent6">
                <a:lumMod val="50000"/>
              </a:schemeClr>
            </a:solidFill>
          </a:endParaRPr>
        </a:p>
      </dgm:t>
    </dgm:pt>
    <dgm:pt modelId="{4B016C34-03BF-4A53-A53F-328AECD41BA1}" type="sibTrans" cxnId="{E42D9B48-EE31-41DE-8B36-E4035BD470C4}">
      <dgm:prSet/>
      <dgm:spPr/>
      <dgm:t>
        <a:bodyPr/>
        <a:lstStyle/>
        <a:p>
          <a:endParaRPr lang="zh-CN" altLang="en-US">
            <a:solidFill>
              <a:schemeClr val="accent6">
                <a:lumMod val="50000"/>
              </a:schemeClr>
            </a:solidFill>
          </a:endParaRPr>
        </a:p>
      </dgm:t>
    </dgm:pt>
    <dgm:pt modelId="{D3D84E46-CE43-4467-A0FF-EA219C82F1B0}">
      <dgm:prSet phldrT="[文本]"/>
      <dgm:spPr/>
      <dgm:t>
        <a:bodyPr/>
        <a:lstStyle/>
        <a:p>
          <a:r>
            <a:rPr lang="en-US" altLang="zh-CN" dirty="0">
              <a:solidFill>
                <a:schemeClr val="accent6">
                  <a:lumMod val="50000"/>
                </a:schemeClr>
              </a:solidFill>
            </a:rPr>
            <a:t>A</a:t>
          </a:r>
          <a:r>
            <a:rPr lang="zh-CN" altLang="en-US" dirty="0">
              <a:solidFill>
                <a:schemeClr val="accent6">
                  <a:lumMod val="50000"/>
                </a:schemeClr>
              </a:solidFill>
            </a:rPr>
            <a:t>打</a:t>
          </a:r>
          <a:r>
            <a:rPr lang="en-US" altLang="zh-CN" dirty="0">
              <a:solidFill>
                <a:schemeClr val="accent6">
                  <a:lumMod val="50000"/>
                </a:schemeClr>
              </a:solidFill>
            </a:rPr>
            <a:t>B</a:t>
          </a:r>
          <a:r>
            <a:rPr lang="zh-CN" altLang="en-US" dirty="0">
              <a:solidFill>
                <a:schemeClr val="accent6">
                  <a:lumMod val="50000"/>
                </a:schemeClr>
              </a:solidFill>
            </a:rPr>
            <a:t>的最终时间</a:t>
          </a:r>
        </a:p>
      </dgm:t>
    </dgm:pt>
    <dgm:pt modelId="{D184DBF4-C828-4F59-91FA-8B8D702207CC}" type="parTrans" cxnId="{D33F67DB-9F9A-45F1-ACF7-7AAA61DB6E93}">
      <dgm:prSet/>
      <dgm:spPr/>
      <dgm:t>
        <a:bodyPr/>
        <a:lstStyle/>
        <a:p>
          <a:endParaRPr lang="zh-CN" altLang="en-US">
            <a:solidFill>
              <a:schemeClr val="accent6">
                <a:lumMod val="50000"/>
              </a:schemeClr>
            </a:solidFill>
          </a:endParaRPr>
        </a:p>
      </dgm:t>
    </dgm:pt>
    <dgm:pt modelId="{13143932-FF83-42E5-A3A0-FB54EF2B5D00}" type="sibTrans" cxnId="{D33F67DB-9F9A-45F1-ACF7-7AAA61DB6E93}">
      <dgm:prSet/>
      <dgm:spPr/>
      <dgm:t>
        <a:bodyPr/>
        <a:lstStyle/>
        <a:p>
          <a:endParaRPr lang="zh-CN" altLang="en-US">
            <a:solidFill>
              <a:schemeClr val="accent6">
                <a:lumMod val="50000"/>
              </a:schemeClr>
            </a:solidFill>
          </a:endParaRPr>
        </a:p>
      </dgm:t>
    </dgm:pt>
    <dgm:pt modelId="{1165D6AF-AD6A-4A8B-A582-CFCA1E3CE1BA}" type="pres">
      <dgm:prSet presAssocID="{B410FEAF-58FE-43F7-91BA-15E2090568C8}" presName="Name0" presStyleCnt="0">
        <dgm:presLayoutVars>
          <dgm:dir/>
          <dgm:resizeHandles val="exact"/>
        </dgm:presLayoutVars>
      </dgm:prSet>
      <dgm:spPr/>
    </dgm:pt>
    <dgm:pt modelId="{7F837B11-123C-4DE7-81A5-50DFD11780B6}" type="pres">
      <dgm:prSet presAssocID="{B410FEAF-58FE-43F7-91BA-15E2090568C8}" presName="vNodes" presStyleCnt="0"/>
      <dgm:spPr/>
    </dgm:pt>
    <dgm:pt modelId="{3709FC10-253E-4ADC-A44E-31936303DDC7}" type="pres">
      <dgm:prSet presAssocID="{12B5496E-0DF9-4AAC-9878-57BBCCE0276C}" presName="node" presStyleLbl="node1" presStyleIdx="0" presStyleCnt="3">
        <dgm:presLayoutVars>
          <dgm:bulletEnabled val="1"/>
        </dgm:presLayoutVars>
      </dgm:prSet>
      <dgm:spPr/>
    </dgm:pt>
    <dgm:pt modelId="{DB767364-B22E-4F1E-BD58-D1E9B5131AAC}" type="pres">
      <dgm:prSet presAssocID="{A334C820-FCFC-4AE8-9B68-7B663FDFFFDE}" presName="spacerT" presStyleCnt="0"/>
      <dgm:spPr/>
    </dgm:pt>
    <dgm:pt modelId="{3D3C24EE-C39D-4755-A1F7-E3EFBE233D36}" type="pres">
      <dgm:prSet presAssocID="{A334C820-FCFC-4AE8-9B68-7B663FDFFFDE}" presName="sibTrans" presStyleLbl="sibTrans2D1" presStyleIdx="0" presStyleCnt="2"/>
      <dgm:spPr/>
    </dgm:pt>
    <dgm:pt modelId="{2861926B-A185-4755-A77B-CE4AADAD1506}" type="pres">
      <dgm:prSet presAssocID="{A334C820-FCFC-4AE8-9B68-7B663FDFFFDE}" presName="spacerB" presStyleCnt="0"/>
      <dgm:spPr/>
    </dgm:pt>
    <dgm:pt modelId="{9E94D13D-8702-4518-9683-47E35150C73B}" type="pres">
      <dgm:prSet presAssocID="{B81F03A0-59B8-42F4-8197-C01137797D0E}" presName="node" presStyleLbl="node1" presStyleIdx="1" presStyleCnt="3">
        <dgm:presLayoutVars>
          <dgm:bulletEnabled val="1"/>
        </dgm:presLayoutVars>
      </dgm:prSet>
      <dgm:spPr/>
    </dgm:pt>
    <dgm:pt modelId="{FB3412A9-AAB2-4C63-9277-635455B064E8}" type="pres">
      <dgm:prSet presAssocID="{B410FEAF-58FE-43F7-91BA-15E2090568C8}" presName="sibTransLast" presStyleLbl="sibTrans2D1" presStyleIdx="1" presStyleCnt="2"/>
      <dgm:spPr/>
    </dgm:pt>
    <dgm:pt modelId="{1793882B-0555-4D86-BC2C-C463C4D4E229}" type="pres">
      <dgm:prSet presAssocID="{B410FEAF-58FE-43F7-91BA-15E2090568C8}" presName="connectorText" presStyleLbl="sibTrans2D1" presStyleIdx="1" presStyleCnt="2"/>
      <dgm:spPr/>
    </dgm:pt>
    <dgm:pt modelId="{8F5AF3C9-283D-4050-9E1D-99CF1DC5F6C6}" type="pres">
      <dgm:prSet presAssocID="{B410FEAF-58FE-43F7-91BA-15E2090568C8}" presName="lastNode" presStyleLbl="node1" presStyleIdx="2" presStyleCnt="3">
        <dgm:presLayoutVars>
          <dgm:bulletEnabled val="1"/>
        </dgm:presLayoutVars>
      </dgm:prSet>
      <dgm:spPr/>
    </dgm:pt>
  </dgm:ptLst>
  <dgm:cxnLst>
    <dgm:cxn modelId="{F8B69601-0B13-46A3-9ED0-27DF39872645}" type="presOf" srcId="{12B5496E-0DF9-4AAC-9878-57BBCCE0276C}" destId="{3709FC10-253E-4ADC-A44E-31936303DDC7}" srcOrd="0" destOrd="0" presId="urn:microsoft.com/office/officeart/2005/8/layout/equation2"/>
    <dgm:cxn modelId="{A774C531-B445-49E6-8A37-1D18D261A0A6}" srcId="{B410FEAF-58FE-43F7-91BA-15E2090568C8}" destId="{12B5496E-0DF9-4AAC-9878-57BBCCE0276C}" srcOrd="0" destOrd="0" parTransId="{6C94AC4A-C7AD-4F71-9C60-DBC12170DD8C}" sibTransId="{A334C820-FCFC-4AE8-9B68-7B663FDFFFDE}"/>
    <dgm:cxn modelId="{E42D9B48-EE31-41DE-8B36-E4035BD470C4}" srcId="{B410FEAF-58FE-43F7-91BA-15E2090568C8}" destId="{B81F03A0-59B8-42F4-8197-C01137797D0E}" srcOrd="1" destOrd="0" parTransId="{3532FD7C-29EE-496F-9212-861B390AAF2D}" sibTransId="{4B016C34-03BF-4A53-A53F-328AECD41BA1}"/>
    <dgm:cxn modelId="{842E9271-6F89-428B-8B14-54234F9571B2}" type="presOf" srcId="{4B016C34-03BF-4A53-A53F-328AECD41BA1}" destId="{FB3412A9-AAB2-4C63-9277-635455B064E8}" srcOrd="0" destOrd="0" presId="urn:microsoft.com/office/officeart/2005/8/layout/equation2"/>
    <dgm:cxn modelId="{B9291774-A5A1-4870-8FA1-3B02DCDB6ADE}" type="presOf" srcId="{4B016C34-03BF-4A53-A53F-328AECD41BA1}" destId="{1793882B-0555-4D86-BC2C-C463C4D4E229}" srcOrd="1" destOrd="0" presId="urn:microsoft.com/office/officeart/2005/8/layout/equation2"/>
    <dgm:cxn modelId="{9C66DF57-2C5E-489F-854A-01983D2B0E46}" type="presOf" srcId="{B410FEAF-58FE-43F7-91BA-15E2090568C8}" destId="{1165D6AF-AD6A-4A8B-A582-CFCA1E3CE1BA}" srcOrd="0" destOrd="0" presId="urn:microsoft.com/office/officeart/2005/8/layout/equation2"/>
    <dgm:cxn modelId="{ABE324AA-3615-4BBD-9445-AB9A2D92399A}" type="presOf" srcId="{D3D84E46-CE43-4467-A0FF-EA219C82F1B0}" destId="{8F5AF3C9-283D-4050-9E1D-99CF1DC5F6C6}" srcOrd="0" destOrd="0" presId="urn:microsoft.com/office/officeart/2005/8/layout/equation2"/>
    <dgm:cxn modelId="{8ECAB3B0-8B2E-420D-8135-1DF091E4A17E}" type="presOf" srcId="{A334C820-FCFC-4AE8-9B68-7B663FDFFFDE}" destId="{3D3C24EE-C39D-4755-A1F7-E3EFBE233D36}" srcOrd="0" destOrd="0" presId="urn:microsoft.com/office/officeart/2005/8/layout/equation2"/>
    <dgm:cxn modelId="{9C731BDB-0186-4C42-89B1-C0AA0C4D249E}" type="presOf" srcId="{B81F03A0-59B8-42F4-8197-C01137797D0E}" destId="{9E94D13D-8702-4518-9683-47E35150C73B}" srcOrd="0" destOrd="0" presId="urn:microsoft.com/office/officeart/2005/8/layout/equation2"/>
    <dgm:cxn modelId="{D33F67DB-9F9A-45F1-ACF7-7AAA61DB6E93}" srcId="{B410FEAF-58FE-43F7-91BA-15E2090568C8}" destId="{D3D84E46-CE43-4467-A0FF-EA219C82F1B0}" srcOrd="2" destOrd="0" parTransId="{D184DBF4-C828-4F59-91FA-8B8D702207CC}" sibTransId="{13143932-FF83-42E5-A3A0-FB54EF2B5D00}"/>
    <dgm:cxn modelId="{C81A1672-B698-40EF-81E9-A13DD80E1491}" type="presParOf" srcId="{1165D6AF-AD6A-4A8B-A582-CFCA1E3CE1BA}" destId="{7F837B11-123C-4DE7-81A5-50DFD11780B6}" srcOrd="0" destOrd="0" presId="urn:microsoft.com/office/officeart/2005/8/layout/equation2"/>
    <dgm:cxn modelId="{AFFB2C85-6468-4230-8D24-9E600A34DE23}" type="presParOf" srcId="{7F837B11-123C-4DE7-81A5-50DFD11780B6}" destId="{3709FC10-253E-4ADC-A44E-31936303DDC7}" srcOrd="0" destOrd="0" presId="urn:microsoft.com/office/officeart/2005/8/layout/equation2"/>
    <dgm:cxn modelId="{8B162851-DFC7-4D71-BD98-1550C90589CF}" type="presParOf" srcId="{7F837B11-123C-4DE7-81A5-50DFD11780B6}" destId="{DB767364-B22E-4F1E-BD58-D1E9B5131AAC}" srcOrd="1" destOrd="0" presId="urn:microsoft.com/office/officeart/2005/8/layout/equation2"/>
    <dgm:cxn modelId="{DE49E877-E8A0-4AAC-96A9-5D38DBDF162C}" type="presParOf" srcId="{7F837B11-123C-4DE7-81A5-50DFD11780B6}" destId="{3D3C24EE-C39D-4755-A1F7-E3EFBE233D36}" srcOrd="2" destOrd="0" presId="urn:microsoft.com/office/officeart/2005/8/layout/equation2"/>
    <dgm:cxn modelId="{0270168A-CB81-48D1-8274-70CE9C6DF690}" type="presParOf" srcId="{7F837B11-123C-4DE7-81A5-50DFD11780B6}" destId="{2861926B-A185-4755-A77B-CE4AADAD1506}" srcOrd="3" destOrd="0" presId="urn:microsoft.com/office/officeart/2005/8/layout/equation2"/>
    <dgm:cxn modelId="{E3FC0297-FE14-4342-8F20-BA49A61FC41B}" type="presParOf" srcId="{7F837B11-123C-4DE7-81A5-50DFD11780B6}" destId="{9E94D13D-8702-4518-9683-47E35150C73B}" srcOrd="4" destOrd="0" presId="urn:microsoft.com/office/officeart/2005/8/layout/equation2"/>
    <dgm:cxn modelId="{17F48521-AA25-449B-906A-1D3E5ED89D23}" type="presParOf" srcId="{1165D6AF-AD6A-4A8B-A582-CFCA1E3CE1BA}" destId="{FB3412A9-AAB2-4C63-9277-635455B064E8}" srcOrd="1" destOrd="0" presId="urn:microsoft.com/office/officeart/2005/8/layout/equation2"/>
    <dgm:cxn modelId="{0390F6C8-373D-468C-B41A-036C17B86771}" type="presParOf" srcId="{FB3412A9-AAB2-4C63-9277-635455B064E8}" destId="{1793882B-0555-4D86-BC2C-C463C4D4E229}" srcOrd="0" destOrd="0" presId="urn:microsoft.com/office/officeart/2005/8/layout/equation2"/>
    <dgm:cxn modelId="{EFB476BB-33EF-49EE-8ABC-4CDE93F5DEEC}" type="presParOf" srcId="{1165D6AF-AD6A-4A8B-A582-CFCA1E3CE1BA}" destId="{8F5AF3C9-283D-4050-9E1D-99CF1DC5F6C6}"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410FEAF-58FE-43F7-91BA-15E2090568C8}" type="doc">
      <dgm:prSet loTypeId="urn:microsoft.com/office/officeart/2005/8/layout/equation2" loCatId="process" qsTypeId="urn:microsoft.com/office/officeart/2005/8/quickstyle/simple1" qsCatId="simple" csTypeId="urn:microsoft.com/office/officeart/2005/8/colors/accent6_3" csCatId="accent6" phldr="1"/>
      <dgm:spPr/>
    </dgm:pt>
    <dgm:pt modelId="{12B5496E-0DF9-4AAC-9878-57BBCCE0276C}">
      <dgm:prSet phldrT="[文本]"/>
      <dgm:spPr/>
      <dgm:t>
        <a:bodyPr/>
        <a:lstStyle/>
        <a:p>
          <a:r>
            <a:rPr lang="zh-CN" altLang="en-US" dirty="0">
              <a:solidFill>
                <a:schemeClr val="accent6">
                  <a:lumMod val="50000"/>
                </a:schemeClr>
              </a:solidFill>
            </a:rPr>
            <a:t>普攻时间</a:t>
          </a:r>
        </a:p>
      </dgm:t>
    </dgm:pt>
    <dgm:pt modelId="{6C94AC4A-C7AD-4F71-9C60-DBC12170DD8C}" type="parTrans" cxnId="{A774C531-B445-49E6-8A37-1D18D261A0A6}">
      <dgm:prSet/>
      <dgm:spPr/>
      <dgm:t>
        <a:bodyPr/>
        <a:lstStyle/>
        <a:p>
          <a:endParaRPr lang="zh-CN" altLang="en-US">
            <a:solidFill>
              <a:schemeClr val="accent6">
                <a:lumMod val="50000"/>
              </a:schemeClr>
            </a:solidFill>
          </a:endParaRPr>
        </a:p>
      </dgm:t>
    </dgm:pt>
    <dgm:pt modelId="{A334C820-FCFC-4AE8-9B68-7B663FDFFFDE}" type="sibTrans" cxnId="{A774C531-B445-49E6-8A37-1D18D261A0A6}">
      <dgm:prSet/>
      <dgm:spPr/>
      <dgm:t>
        <a:bodyPr/>
        <a:lstStyle/>
        <a:p>
          <a:endParaRPr lang="zh-CN" altLang="en-US">
            <a:solidFill>
              <a:schemeClr val="accent6">
                <a:lumMod val="50000"/>
              </a:schemeClr>
            </a:solidFill>
          </a:endParaRPr>
        </a:p>
      </dgm:t>
    </dgm:pt>
    <dgm:pt modelId="{B81F03A0-59B8-42F4-8197-C01137797D0E}">
      <dgm:prSet phldrT="[文本]"/>
      <dgm:spPr/>
      <dgm:t>
        <a:bodyPr/>
        <a:lstStyle/>
        <a:p>
          <a:r>
            <a:rPr lang="zh-CN" altLang="en-US" dirty="0">
              <a:solidFill>
                <a:schemeClr val="accent6">
                  <a:lumMod val="50000"/>
                </a:schemeClr>
              </a:solidFill>
            </a:rPr>
            <a:t>技能时间</a:t>
          </a:r>
        </a:p>
      </dgm:t>
    </dgm:pt>
    <dgm:pt modelId="{3532FD7C-29EE-496F-9212-861B390AAF2D}" type="parTrans" cxnId="{E42D9B48-EE31-41DE-8B36-E4035BD470C4}">
      <dgm:prSet/>
      <dgm:spPr/>
      <dgm:t>
        <a:bodyPr/>
        <a:lstStyle/>
        <a:p>
          <a:endParaRPr lang="zh-CN" altLang="en-US">
            <a:solidFill>
              <a:schemeClr val="accent6">
                <a:lumMod val="50000"/>
              </a:schemeClr>
            </a:solidFill>
          </a:endParaRPr>
        </a:p>
      </dgm:t>
    </dgm:pt>
    <dgm:pt modelId="{4B016C34-03BF-4A53-A53F-328AECD41BA1}" type="sibTrans" cxnId="{E42D9B48-EE31-41DE-8B36-E4035BD470C4}">
      <dgm:prSet/>
      <dgm:spPr/>
      <dgm:t>
        <a:bodyPr/>
        <a:lstStyle/>
        <a:p>
          <a:endParaRPr lang="zh-CN" altLang="en-US">
            <a:solidFill>
              <a:schemeClr val="accent6">
                <a:lumMod val="50000"/>
              </a:schemeClr>
            </a:solidFill>
          </a:endParaRPr>
        </a:p>
      </dgm:t>
    </dgm:pt>
    <dgm:pt modelId="{D3D84E46-CE43-4467-A0FF-EA219C82F1B0}">
      <dgm:prSet phldrT="[文本]"/>
      <dgm:spPr/>
      <dgm:t>
        <a:bodyPr/>
        <a:lstStyle/>
        <a:p>
          <a:r>
            <a:rPr lang="en-US" altLang="zh-CN" dirty="0">
              <a:solidFill>
                <a:schemeClr val="accent6">
                  <a:lumMod val="50000"/>
                </a:schemeClr>
              </a:solidFill>
            </a:rPr>
            <a:t>B</a:t>
          </a:r>
          <a:r>
            <a:rPr lang="zh-CN" altLang="en-US" dirty="0">
              <a:solidFill>
                <a:schemeClr val="accent6">
                  <a:lumMod val="50000"/>
                </a:schemeClr>
              </a:solidFill>
            </a:rPr>
            <a:t>打</a:t>
          </a:r>
          <a:r>
            <a:rPr lang="en-US" altLang="zh-CN" dirty="0">
              <a:solidFill>
                <a:schemeClr val="accent6">
                  <a:lumMod val="50000"/>
                </a:schemeClr>
              </a:solidFill>
            </a:rPr>
            <a:t>A</a:t>
          </a:r>
          <a:r>
            <a:rPr lang="zh-CN" altLang="en-US" dirty="0">
              <a:solidFill>
                <a:schemeClr val="accent6">
                  <a:lumMod val="50000"/>
                </a:schemeClr>
              </a:solidFill>
            </a:rPr>
            <a:t>的最终时间</a:t>
          </a:r>
        </a:p>
      </dgm:t>
    </dgm:pt>
    <dgm:pt modelId="{D184DBF4-C828-4F59-91FA-8B8D702207CC}" type="parTrans" cxnId="{D33F67DB-9F9A-45F1-ACF7-7AAA61DB6E93}">
      <dgm:prSet/>
      <dgm:spPr/>
      <dgm:t>
        <a:bodyPr/>
        <a:lstStyle/>
        <a:p>
          <a:endParaRPr lang="zh-CN" altLang="en-US">
            <a:solidFill>
              <a:schemeClr val="accent6">
                <a:lumMod val="50000"/>
              </a:schemeClr>
            </a:solidFill>
          </a:endParaRPr>
        </a:p>
      </dgm:t>
    </dgm:pt>
    <dgm:pt modelId="{13143932-FF83-42E5-A3A0-FB54EF2B5D00}" type="sibTrans" cxnId="{D33F67DB-9F9A-45F1-ACF7-7AAA61DB6E93}">
      <dgm:prSet/>
      <dgm:spPr/>
      <dgm:t>
        <a:bodyPr/>
        <a:lstStyle/>
        <a:p>
          <a:endParaRPr lang="zh-CN" altLang="en-US">
            <a:solidFill>
              <a:schemeClr val="accent6">
                <a:lumMod val="50000"/>
              </a:schemeClr>
            </a:solidFill>
          </a:endParaRPr>
        </a:p>
      </dgm:t>
    </dgm:pt>
    <dgm:pt modelId="{1165D6AF-AD6A-4A8B-A582-CFCA1E3CE1BA}" type="pres">
      <dgm:prSet presAssocID="{B410FEAF-58FE-43F7-91BA-15E2090568C8}" presName="Name0" presStyleCnt="0">
        <dgm:presLayoutVars>
          <dgm:dir val="rev"/>
          <dgm:resizeHandles val="exact"/>
        </dgm:presLayoutVars>
      </dgm:prSet>
      <dgm:spPr/>
    </dgm:pt>
    <dgm:pt modelId="{7F837B11-123C-4DE7-81A5-50DFD11780B6}" type="pres">
      <dgm:prSet presAssocID="{B410FEAF-58FE-43F7-91BA-15E2090568C8}" presName="vNodes" presStyleCnt="0"/>
      <dgm:spPr/>
    </dgm:pt>
    <dgm:pt modelId="{3709FC10-253E-4ADC-A44E-31936303DDC7}" type="pres">
      <dgm:prSet presAssocID="{12B5496E-0DF9-4AAC-9878-57BBCCE0276C}" presName="node" presStyleLbl="node1" presStyleIdx="0" presStyleCnt="3">
        <dgm:presLayoutVars>
          <dgm:bulletEnabled val="1"/>
        </dgm:presLayoutVars>
      </dgm:prSet>
      <dgm:spPr/>
    </dgm:pt>
    <dgm:pt modelId="{DB767364-B22E-4F1E-BD58-D1E9B5131AAC}" type="pres">
      <dgm:prSet presAssocID="{A334C820-FCFC-4AE8-9B68-7B663FDFFFDE}" presName="spacerT" presStyleCnt="0"/>
      <dgm:spPr/>
    </dgm:pt>
    <dgm:pt modelId="{3D3C24EE-C39D-4755-A1F7-E3EFBE233D36}" type="pres">
      <dgm:prSet presAssocID="{A334C820-FCFC-4AE8-9B68-7B663FDFFFDE}" presName="sibTrans" presStyleLbl="sibTrans2D1" presStyleIdx="0" presStyleCnt="2"/>
      <dgm:spPr/>
    </dgm:pt>
    <dgm:pt modelId="{2861926B-A185-4755-A77B-CE4AADAD1506}" type="pres">
      <dgm:prSet presAssocID="{A334C820-FCFC-4AE8-9B68-7B663FDFFFDE}" presName="spacerB" presStyleCnt="0"/>
      <dgm:spPr/>
    </dgm:pt>
    <dgm:pt modelId="{9E94D13D-8702-4518-9683-47E35150C73B}" type="pres">
      <dgm:prSet presAssocID="{B81F03A0-59B8-42F4-8197-C01137797D0E}" presName="node" presStyleLbl="node1" presStyleIdx="1" presStyleCnt="3">
        <dgm:presLayoutVars>
          <dgm:bulletEnabled val="1"/>
        </dgm:presLayoutVars>
      </dgm:prSet>
      <dgm:spPr/>
    </dgm:pt>
    <dgm:pt modelId="{FB3412A9-AAB2-4C63-9277-635455B064E8}" type="pres">
      <dgm:prSet presAssocID="{B410FEAF-58FE-43F7-91BA-15E2090568C8}" presName="sibTransLast" presStyleLbl="sibTrans2D1" presStyleIdx="1" presStyleCnt="2"/>
      <dgm:spPr/>
    </dgm:pt>
    <dgm:pt modelId="{1793882B-0555-4D86-BC2C-C463C4D4E229}" type="pres">
      <dgm:prSet presAssocID="{B410FEAF-58FE-43F7-91BA-15E2090568C8}" presName="connectorText" presStyleLbl="sibTrans2D1" presStyleIdx="1" presStyleCnt="2"/>
      <dgm:spPr/>
    </dgm:pt>
    <dgm:pt modelId="{8F5AF3C9-283D-4050-9E1D-99CF1DC5F6C6}" type="pres">
      <dgm:prSet presAssocID="{B410FEAF-58FE-43F7-91BA-15E2090568C8}" presName="lastNode" presStyleLbl="node1" presStyleIdx="2" presStyleCnt="3" custLinFactNeighborX="-469">
        <dgm:presLayoutVars>
          <dgm:bulletEnabled val="1"/>
        </dgm:presLayoutVars>
      </dgm:prSet>
      <dgm:spPr/>
    </dgm:pt>
  </dgm:ptLst>
  <dgm:cxnLst>
    <dgm:cxn modelId="{A774C531-B445-49E6-8A37-1D18D261A0A6}" srcId="{B410FEAF-58FE-43F7-91BA-15E2090568C8}" destId="{12B5496E-0DF9-4AAC-9878-57BBCCE0276C}" srcOrd="0" destOrd="0" parTransId="{6C94AC4A-C7AD-4F71-9C60-DBC12170DD8C}" sibTransId="{A334C820-FCFC-4AE8-9B68-7B663FDFFFDE}"/>
    <dgm:cxn modelId="{D743FE37-86A9-4EB0-83EA-2DA6E5FE601E}" type="presOf" srcId="{B410FEAF-58FE-43F7-91BA-15E2090568C8}" destId="{1165D6AF-AD6A-4A8B-A582-CFCA1E3CE1BA}" srcOrd="0" destOrd="0" presId="urn:microsoft.com/office/officeart/2005/8/layout/equation2"/>
    <dgm:cxn modelId="{E42D9B48-EE31-41DE-8B36-E4035BD470C4}" srcId="{B410FEAF-58FE-43F7-91BA-15E2090568C8}" destId="{B81F03A0-59B8-42F4-8197-C01137797D0E}" srcOrd="1" destOrd="0" parTransId="{3532FD7C-29EE-496F-9212-861B390AAF2D}" sibTransId="{4B016C34-03BF-4A53-A53F-328AECD41BA1}"/>
    <dgm:cxn modelId="{5D147B70-591C-4BF6-846D-C8A96AE80040}" type="presOf" srcId="{D3D84E46-CE43-4467-A0FF-EA219C82F1B0}" destId="{8F5AF3C9-283D-4050-9E1D-99CF1DC5F6C6}" srcOrd="0" destOrd="0" presId="urn:microsoft.com/office/officeart/2005/8/layout/equation2"/>
    <dgm:cxn modelId="{CB7B6152-0336-4C0F-B231-96988ECCC7F5}" type="presOf" srcId="{4B016C34-03BF-4A53-A53F-328AECD41BA1}" destId="{1793882B-0555-4D86-BC2C-C463C4D4E229}" srcOrd="1" destOrd="0" presId="urn:microsoft.com/office/officeart/2005/8/layout/equation2"/>
    <dgm:cxn modelId="{B3995FA3-8194-41EE-9D1F-9BE6DAE2E19F}" type="presOf" srcId="{A334C820-FCFC-4AE8-9B68-7B663FDFFFDE}" destId="{3D3C24EE-C39D-4755-A1F7-E3EFBE233D36}" srcOrd="0" destOrd="0" presId="urn:microsoft.com/office/officeart/2005/8/layout/equation2"/>
    <dgm:cxn modelId="{550DA3AC-7658-442D-8A97-E05EAE1956D9}" type="presOf" srcId="{B81F03A0-59B8-42F4-8197-C01137797D0E}" destId="{9E94D13D-8702-4518-9683-47E35150C73B}" srcOrd="0" destOrd="0" presId="urn:microsoft.com/office/officeart/2005/8/layout/equation2"/>
    <dgm:cxn modelId="{25C217CB-73F9-45A2-8E8A-CC4F3D35AB9B}" type="presOf" srcId="{4B016C34-03BF-4A53-A53F-328AECD41BA1}" destId="{FB3412A9-AAB2-4C63-9277-635455B064E8}" srcOrd="0" destOrd="0" presId="urn:microsoft.com/office/officeart/2005/8/layout/equation2"/>
    <dgm:cxn modelId="{D33F67DB-9F9A-45F1-ACF7-7AAA61DB6E93}" srcId="{B410FEAF-58FE-43F7-91BA-15E2090568C8}" destId="{D3D84E46-CE43-4467-A0FF-EA219C82F1B0}" srcOrd="2" destOrd="0" parTransId="{D184DBF4-C828-4F59-91FA-8B8D702207CC}" sibTransId="{13143932-FF83-42E5-A3A0-FB54EF2B5D00}"/>
    <dgm:cxn modelId="{FD2950EB-6438-4B3E-8ADB-A22920D41277}" type="presOf" srcId="{12B5496E-0DF9-4AAC-9878-57BBCCE0276C}" destId="{3709FC10-253E-4ADC-A44E-31936303DDC7}" srcOrd="0" destOrd="0" presId="urn:microsoft.com/office/officeart/2005/8/layout/equation2"/>
    <dgm:cxn modelId="{90FA86FC-C7BE-47B4-B842-FE8A182C9908}" type="presParOf" srcId="{1165D6AF-AD6A-4A8B-A582-CFCA1E3CE1BA}" destId="{7F837B11-123C-4DE7-81A5-50DFD11780B6}" srcOrd="0" destOrd="0" presId="urn:microsoft.com/office/officeart/2005/8/layout/equation2"/>
    <dgm:cxn modelId="{8D43C2FD-9D83-446B-9E82-CA11F0851433}" type="presParOf" srcId="{7F837B11-123C-4DE7-81A5-50DFD11780B6}" destId="{3709FC10-253E-4ADC-A44E-31936303DDC7}" srcOrd="0" destOrd="0" presId="urn:microsoft.com/office/officeart/2005/8/layout/equation2"/>
    <dgm:cxn modelId="{15FAFA5A-8FE9-4FC9-87AF-255BC24D69E2}" type="presParOf" srcId="{7F837B11-123C-4DE7-81A5-50DFD11780B6}" destId="{DB767364-B22E-4F1E-BD58-D1E9B5131AAC}" srcOrd="1" destOrd="0" presId="urn:microsoft.com/office/officeart/2005/8/layout/equation2"/>
    <dgm:cxn modelId="{415C0B15-07C9-453D-9254-8E1995E45493}" type="presParOf" srcId="{7F837B11-123C-4DE7-81A5-50DFD11780B6}" destId="{3D3C24EE-C39D-4755-A1F7-E3EFBE233D36}" srcOrd="2" destOrd="0" presId="urn:microsoft.com/office/officeart/2005/8/layout/equation2"/>
    <dgm:cxn modelId="{65586ABD-6838-4C79-9D72-9F99A8C520D7}" type="presParOf" srcId="{7F837B11-123C-4DE7-81A5-50DFD11780B6}" destId="{2861926B-A185-4755-A77B-CE4AADAD1506}" srcOrd="3" destOrd="0" presId="urn:microsoft.com/office/officeart/2005/8/layout/equation2"/>
    <dgm:cxn modelId="{ACB5323F-ACEA-469A-AE45-DECFD548D0FE}" type="presParOf" srcId="{7F837B11-123C-4DE7-81A5-50DFD11780B6}" destId="{9E94D13D-8702-4518-9683-47E35150C73B}" srcOrd="4" destOrd="0" presId="urn:microsoft.com/office/officeart/2005/8/layout/equation2"/>
    <dgm:cxn modelId="{922B9073-9D39-4EAD-8795-CF6E1E2E0556}" type="presParOf" srcId="{1165D6AF-AD6A-4A8B-A582-CFCA1E3CE1BA}" destId="{FB3412A9-AAB2-4C63-9277-635455B064E8}" srcOrd="1" destOrd="0" presId="urn:microsoft.com/office/officeart/2005/8/layout/equation2"/>
    <dgm:cxn modelId="{185AF717-A8BF-4A39-B20F-25016BAB392A}" type="presParOf" srcId="{FB3412A9-AAB2-4C63-9277-635455B064E8}" destId="{1793882B-0555-4D86-BC2C-C463C4D4E229}" srcOrd="0" destOrd="0" presId="urn:microsoft.com/office/officeart/2005/8/layout/equation2"/>
    <dgm:cxn modelId="{8683CB3A-E46B-4646-997D-E0817F6F7A19}" type="presParOf" srcId="{1165D6AF-AD6A-4A8B-A582-CFCA1E3CE1BA}" destId="{8F5AF3C9-283D-4050-9E1D-99CF1DC5F6C6}" srcOrd="2" destOrd="0" presId="urn:microsoft.com/office/officeart/2005/8/layout/equati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78B6C69-6998-4F70-A110-8C59084FFA17}" type="doc">
      <dgm:prSet loTypeId="urn:microsoft.com/office/officeart/2005/8/layout/hProcess9" loCatId="process" qsTypeId="urn:microsoft.com/office/officeart/2005/8/quickstyle/simple1" qsCatId="simple" csTypeId="urn:microsoft.com/office/officeart/2005/8/colors/accent4_3" csCatId="accent4" phldr="1"/>
      <dgm:spPr/>
    </dgm:pt>
    <dgm:pt modelId="{F63678B4-5ABE-48E0-9595-D81096AE6A3F}">
      <dgm:prSet phldrT="[文本]"/>
      <dgm:spPr/>
      <dgm:t>
        <a:bodyPr/>
        <a:lstStyle/>
        <a:p>
          <a:r>
            <a:rPr lang="zh-CN" altLang="en-US" dirty="0">
              <a:solidFill>
                <a:schemeClr val="bg1"/>
              </a:solidFill>
            </a:rPr>
            <a:t>等级下战斗总时长区间</a:t>
          </a:r>
        </a:p>
      </dgm:t>
    </dgm:pt>
    <dgm:pt modelId="{47E998BE-C891-4EDB-B7C8-3E26AFBF608D}" type="parTrans" cxnId="{A04327EA-F19C-4909-9C62-DD81E2B76F48}">
      <dgm:prSet/>
      <dgm:spPr/>
      <dgm:t>
        <a:bodyPr/>
        <a:lstStyle/>
        <a:p>
          <a:endParaRPr lang="zh-CN" altLang="en-US">
            <a:solidFill>
              <a:schemeClr val="bg1"/>
            </a:solidFill>
          </a:endParaRPr>
        </a:p>
      </dgm:t>
    </dgm:pt>
    <dgm:pt modelId="{003B1AC5-11E5-425F-ACD1-CADA6E35418F}" type="sibTrans" cxnId="{A04327EA-F19C-4909-9C62-DD81E2B76F48}">
      <dgm:prSet/>
      <dgm:spPr/>
      <dgm:t>
        <a:bodyPr/>
        <a:lstStyle/>
        <a:p>
          <a:endParaRPr lang="zh-CN" altLang="en-US">
            <a:solidFill>
              <a:schemeClr val="bg1"/>
            </a:solidFill>
          </a:endParaRPr>
        </a:p>
      </dgm:t>
    </dgm:pt>
    <dgm:pt modelId="{5105E24F-84A7-438E-A155-C58FCD60DD60}">
      <dgm:prSet phldrT="[文本]"/>
      <dgm:spPr/>
      <dgm:t>
        <a:bodyPr/>
        <a:lstStyle/>
        <a:p>
          <a:r>
            <a:rPr lang="zh-CN" altLang="en-US" dirty="0">
              <a:solidFill>
                <a:schemeClr val="bg1"/>
              </a:solidFill>
            </a:rPr>
            <a:t>释放技能总次数</a:t>
          </a:r>
        </a:p>
      </dgm:t>
    </dgm:pt>
    <dgm:pt modelId="{2DADFAED-44B3-4390-BB7B-1A532B517C85}" type="parTrans" cxnId="{428338E7-5FDF-4509-835E-2B5B2B41B809}">
      <dgm:prSet/>
      <dgm:spPr/>
      <dgm:t>
        <a:bodyPr/>
        <a:lstStyle/>
        <a:p>
          <a:endParaRPr lang="zh-CN" altLang="en-US">
            <a:solidFill>
              <a:schemeClr val="bg1"/>
            </a:solidFill>
          </a:endParaRPr>
        </a:p>
      </dgm:t>
    </dgm:pt>
    <dgm:pt modelId="{9DCE98DB-D36E-482F-8E92-1210ECDDB0BF}" type="sibTrans" cxnId="{428338E7-5FDF-4509-835E-2B5B2B41B809}">
      <dgm:prSet/>
      <dgm:spPr/>
      <dgm:t>
        <a:bodyPr/>
        <a:lstStyle/>
        <a:p>
          <a:endParaRPr lang="zh-CN" altLang="en-US">
            <a:solidFill>
              <a:schemeClr val="bg1"/>
            </a:solidFill>
          </a:endParaRPr>
        </a:p>
      </dgm:t>
    </dgm:pt>
    <dgm:pt modelId="{8445C2AA-33FE-4CD0-B2BB-A04B754849F0}">
      <dgm:prSet phldrT="[文本]"/>
      <dgm:spPr/>
      <dgm:t>
        <a:bodyPr/>
        <a:lstStyle/>
        <a:p>
          <a:r>
            <a:rPr lang="zh-CN" altLang="en-US" dirty="0">
              <a:solidFill>
                <a:schemeClr val="bg1"/>
              </a:solidFill>
            </a:rPr>
            <a:t>单一技能释放次数</a:t>
          </a:r>
        </a:p>
      </dgm:t>
    </dgm:pt>
    <dgm:pt modelId="{FFD7FE1A-6FEA-4D37-BB9D-FC3599914EDE}" type="parTrans" cxnId="{37827806-F8B3-4023-81C0-8B96987154E4}">
      <dgm:prSet/>
      <dgm:spPr/>
      <dgm:t>
        <a:bodyPr/>
        <a:lstStyle/>
        <a:p>
          <a:endParaRPr lang="zh-CN" altLang="en-US">
            <a:solidFill>
              <a:schemeClr val="bg1"/>
            </a:solidFill>
          </a:endParaRPr>
        </a:p>
      </dgm:t>
    </dgm:pt>
    <dgm:pt modelId="{E666CD28-A8F8-4216-BCFE-E60EE4435A38}" type="sibTrans" cxnId="{37827806-F8B3-4023-81C0-8B96987154E4}">
      <dgm:prSet/>
      <dgm:spPr/>
      <dgm:t>
        <a:bodyPr/>
        <a:lstStyle/>
        <a:p>
          <a:endParaRPr lang="zh-CN" altLang="en-US">
            <a:solidFill>
              <a:schemeClr val="bg1"/>
            </a:solidFill>
          </a:endParaRPr>
        </a:p>
      </dgm:t>
    </dgm:pt>
    <dgm:pt modelId="{540091C8-2526-4945-9CA3-B24B2F93BCCD}">
      <dgm:prSet phldrT="[文本]"/>
      <dgm:spPr/>
      <dgm:t>
        <a:bodyPr/>
        <a:lstStyle/>
        <a:p>
          <a:r>
            <a:rPr lang="zh-CN" altLang="en-US" dirty="0">
              <a:solidFill>
                <a:schemeClr val="bg1"/>
              </a:solidFill>
            </a:rPr>
            <a:t>制定单一技能</a:t>
          </a:r>
          <a:r>
            <a:rPr lang="en-US" altLang="zh-CN" dirty="0">
              <a:solidFill>
                <a:schemeClr val="bg1"/>
              </a:solidFill>
            </a:rPr>
            <a:t>CD</a:t>
          </a:r>
          <a:endParaRPr lang="zh-CN" altLang="en-US" dirty="0">
            <a:solidFill>
              <a:schemeClr val="bg1"/>
            </a:solidFill>
          </a:endParaRPr>
        </a:p>
      </dgm:t>
    </dgm:pt>
    <dgm:pt modelId="{9F65A8CD-3E75-48BB-AB81-4EFF629FD7FF}" type="parTrans" cxnId="{E7CFB91E-A8F5-4DCC-AD47-71234632D1D0}">
      <dgm:prSet/>
      <dgm:spPr/>
      <dgm:t>
        <a:bodyPr/>
        <a:lstStyle/>
        <a:p>
          <a:endParaRPr lang="zh-CN" altLang="en-US">
            <a:solidFill>
              <a:schemeClr val="bg1"/>
            </a:solidFill>
          </a:endParaRPr>
        </a:p>
      </dgm:t>
    </dgm:pt>
    <dgm:pt modelId="{FC5D674E-2A82-4BBC-8EC2-73A2E12E7E37}" type="sibTrans" cxnId="{E7CFB91E-A8F5-4DCC-AD47-71234632D1D0}">
      <dgm:prSet/>
      <dgm:spPr/>
      <dgm:t>
        <a:bodyPr/>
        <a:lstStyle/>
        <a:p>
          <a:endParaRPr lang="zh-CN" altLang="en-US">
            <a:solidFill>
              <a:schemeClr val="bg1"/>
            </a:solidFill>
          </a:endParaRPr>
        </a:p>
      </dgm:t>
    </dgm:pt>
    <dgm:pt modelId="{7418565F-49AA-476E-A954-5A6555B7FB37}" type="pres">
      <dgm:prSet presAssocID="{B78B6C69-6998-4F70-A110-8C59084FFA17}" presName="CompostProcess" presStyleCnt="0">
        <dgm:presLayoutVars>
          <dgm:dir/>
          <dgm:resizeHandles val="exact"/>
        </dgm:presLayoutVars>
      </dgm:prSet>
      <dgm:spPr/>
    </dgm:pt>
    <dgm:pt modelId="{93DACDC8-E8DA-4376-BDCF-32CD45806F20}" type="pres">
      <dgm:prSet presAssocID="{B78B6C69-6998-4F70-A110-8C59084FFA17}" presName="arrow" presStyleLbl="bgShp" presStyleIdx="0" presStyleCnt="1"/>
      <dgm:spPr/>
    </dgm:pt>
    <dgm:pt modelId="{1E2B8904-17B2-4293-BAA5-834F58489483}" type="pres">
      <dgm:prSet presAssocID="{B78B6C69-6998-4F70-A110-8C59084FFA17}" presName="linearProcess" presStyleCnt="0"/>
      <dgm:spPr/>
    </dgm:pt>
    <dgm:pt modelId="{4F4FEEDC-2CD5-4FB8-89A9-95316037B77D}" type="pres">
      <dgm:prSet presAssocID="{F63678B4-5ABE-48E0-9595-D81096AE6A3F}" presName="textNode" presStyleLbl="node1" presStyleIdx="0" presStyleCnt="4">
        <dgm:presLayoutVars>
          <dgm:bulletEnabled val="1"/>
        </dgm:presLayoutVars>
      </dgm:prSet>
      <dgm:spPr/>
    </dgm:pt>
    <dgm:pt modelId="{805C7D65-A7EB-4E6A-9381-60D291AA3802}" type="pres">
      <dgm:prSet presAssocID="{003B1AC5-11E5-425F-ACD1-CADA6E35418F}" presName="sibTrans" presStyleCnt="0"/>
      <dgm:spPr/>
    </dgm:pt>
    <dgm:pt modelId="{692246E3-0B8A-4F49-A22A-78AE7FA5545A}" type="pres">
      <dgm:prSet presAssocID="{5105E24F-84A7-438E-A155-C58FCD60DD60}" presName="textNode" presStyleLbl="node1" presStyleIdx="1" presStyleCnt="4">
        <dgm:presLayoutVars>
          <dgm:bulletEnabled val="1"/>
        </dgm:presLayoutVars>
      </dgm:prSet>
      <dgm:spPr/>
    </dgm:pt>
    <dgm:pt modelId="{7B98B08A-A3A2-4CFA-82CC-325A43F9BBCA}" type="pres">
      <dgm:prSet presAssocID="{9DCE98DB-D36E-482F-8E92-1210ECDDB0BF}" presName="sibTrans" presStyleCnt="0"/>
      <dgm:spPr/>
    </dgm:pt>
    <dgm:pt modelId="{B63643A6-9AB5-415E-8817-0F676C489E9E}" type="pres">
      <dgm:prSet presAssocID="{8445C2AA-33FE-4CD0-B2BB-A04B754849F0}" presName="textNode" presStyleLbl="node1" presStyleIdx="2" presStyleCnt="4">
        <dgm:presLayoutVars>
          <dgm:bulletEnabled val="1"/>
        </dgm:presLayoutVars>
      </dgm:prSet>
      <dgm:spPr/>
    </dgm:pt>
    <dgm:pt modelId="{FF072CCA-6AA3-4C0C-BF31-5360C0D997EB}" type="pres">
      <dgm:prSet presAssocID="{E666CD28-A8F8-4216-BCFE-E60EE4435A38}" presName="sibTrans" presStyleCnt="0"/>
      <dgm:spPr/>
    </dgm:pt>
    <dgm:pt modelId="{05DF4F59-5DB3-4347-B37C-496CC201F049}" type="pres">
      <dgm:prSet presAssocID="{540091C8-2526-4945-9CA3-B24B2F93BCCD}" presName="textNode" presStyleLbl="node1" presStyleIdx="3" presStyleCnt="4">
        <dgm:presLayoutVars>
          <dgm:bulletEnabled val="1"/>
        </dgm:presLayoutVars>
      </dgm:prSet>
      <dgm:spPr/>
    </dgm:pt>
  </dgm:ptLst>
  <dgm:cxnLst>
    <dgm:cxn modelId="{37827806-F8B3-4023-81C0-8B96987154E4}" srcId="{B78B6C69-6998-4F70-A110-8C59084FFA17}" destId="{8445C2AA-33FE-4CD0-B2BB-A04B754849F0}" srcOrd="2" destOrd="0" parTransId="{FFD7FE1A-6FEA-4D37-BB9D-FC3599914EDE}" sibTransId="{E666CD28-A8F8-4216-BCFE-E60EE4435A38}"/>
    <dgm:cxn modelId="{E7CFB91E-A8F5-4DCC-AD47-71234632D1D0}" srcId="{B78B6C69-6998-4F70-A110-8C59084FFA17}" destId="{540091C8-2526-4945-9CA3-B24B2F93BCCD}" srcOrd="3" destOrd="0" parTransId="{9F65A8CD-3E75-48BB-AB81-4EFF629FD7FF}" sibTransId="{FC5D674E-2A82-4BBC-8EC2-73A2E12E7E37}"/>
    <dgm:cxn modelId="{1599D71F-0A67-4095-BBDC-9AF6941176A5}" type="presOf" srcId="{5105E24F-84A7-438E-A155-C58FCD60DD60}" destId="{692246E3-0B8A-4F49-A22A-78AE7FA5545A}" srcOrd="0" destOrd="0" presId="urn:microsoft.com/office/officeart/2005/8/layout/hProcess9"/>
    <dgm:cxn modelId="{07340E5F-0841-490B-8103-98A38D1BBBD2}" type="presOf" srcId="{8445C2AA-33FE-4CD0-B2BB-A04B754849F0}" destId="{B63643A6-9AB5-415E-8817-0F676C489E9E}" srcOrd="0" destOrd="0" presId="urn:microsoft.com/office/officeart/2005/8/layout/hProcess9"/>
    <dgm:cxn modelId="{1B096F57-D845-4CE0-81D7-17579ADA5366}" type="presOf" srcId="{B78B6C69-6998-4F70-A110-8C59084FFA17}" destId="{7418565F-49AA-476E-A954-5A6555B7FB37}" srcOrd="0" destOrd="0" presId="urn:microsoft.com/office/officeart/2005/8/layout/hProcess9"/>
    <dgm:cxn modelId="{CE4C57B9-DFAC-4E8C-8164-6C07A7294CB3}" type="presOf" srcId="{F63678B4-5ABE-48E0-9595-D81096AE6A3F}" destId="{4F4FEEDC-2CD5-4FB8-89A9-95316037B77D}" srcOrd="0" destOrd="0" presId="urn:microsoft.com/office/officeart/2005/8/layout/hProcess9"/>
    <dgm:cxn modelId="{8A8685E2-B9B4-4525-A386-4B1438702B4D}" type="presOf" srcId="{540091C8-2526-4945-9CA3-B24B2F93BCCD}" destId="{05DF4F59-5DB3-4347-B37C-496CC201F049}" srcOrd="0" destOrd="0" presId="urn:microsoft.com/office/officeart/2005/8/layout/hProcess9"/>
    <dgm:cxn modelId="{428338E7-5FDF-4509-835E-2B5B2B41B809}" srcId="{B78B6C69-6998-4F70-A110-8C59084FFA17}" destId="{5105E24F-84A7-438E-A155-C58FCD60DD60}" srcOrd="1" destOrd="0" parTransId="{2DADFAED-44B3-4390-BB7B-1A532B517C85}" sibTransId="{9DCE98DB-D36E-482F-8E92-1210ECDDB0BF}"/>
    <dgm:cxn modelId="{A04327EA-F19C-4909-9C62-DD81E2B76F48}" srcId="{B78B6C69-6998-4F70-A110-8C59084FFA17}" destId="{F63678B4-5ABE-48E0-9595-D81096AE6A3F}" srcOrd="0" destOrd="0" parTransId="{47E998BE-C891-4EDB-B7C8-3E26AFBF608D}" sibTransId="{003B1AC5-11E5-425F-ACD1-CADA6E35418F}"/>
    <dgm:cxn modelId="{08C7E8FD-8CEE-4AF5-BC6E-F88332B99A30}" type="presParOf" srcId="{7418565F-49AA-476E-A954-5A6555B7FB37}" destId="{93DACDC8-E8DA-4376-BDCF-32CD45806F20}" srcOrd="0" destOrd="0" presId="urn:microsoft.com/office/officeart/2005/8/layout/hProcess9"/>
    <dgm:cxn modelId="{3D1A8A4E-0231-4E5A-A722-2BEC15B2D063}" type="presParOf" srcId="{7418565F-49AA-476E-A954-5A6555B7FB37}" destId="{1E2B8904-17B2-4293-BAA5-834F58489483}" srcOrd="1" destOrd="0" presId="urn:microsoft.com/office/officeart/2005/8/layout/hProcess9"/>
    <dgm:cxn modelId="{1D1BA00C-D020-42C7-9EA5-16FD6EAF9FB7}" type="presParOf" srcId="{1E2B8904-17B2-4293-BAA5-834F58489483}" destId="{4F4FEEDC-2CD5-4FB8-89A9-95316037B77D}" srcOrd="0" destOrd="0" presId="urn:microsoft.com/office/officeart/2005/8/layout/hProcess9"/>
    <dgm:cxn modelId="{39B4C272-CC91-425D-AD4B-B173E3E0DCED}" type="presParOf" srcId="{1E2B8904-17B2-4293-BAA5-834F58489483}" destId="{805C7D65-A7EB-4E6A-9381-60D291AA3802}" srcOrd="1" destOrd="0" presId="urn:microsoft.com/office/officeart/2005/8/layout/hProcess9"/>
    <dgm:cxn modelId="{5913879A-47BE-4868-990E-84545CB3337B}" type="presParOf" srcId="{1E2B8904-17B2-4293-BAA5-834F58489483}" destId="{692246E3-0B8A-4F49-A22A-78AE7FA5545A}" srcOrd="2" destOrd="0" presId="urn:microsoft.com/office/officeart/2005/8/layout/hProcess9"/>
    <dgm:cxn modelId="{27FDB7C2-6772-4B62-BCEA-59C2318E7089}" type="presParOf" srcId="{1E2B8904-17B2-4293-BAA5-834F58489483}" destId="{7B98B08A-A3A2-4CFA-82CC-325A43F9BBCA}" srcOrd="3" destOrd="0" presId="urn:microsoft.com/office/officeart/2005/8/layout/hProcess9"/>
    <dgm:cxn modelId="{41D1738E-C2E7-4F37-AA60-49B783148551}" type="presParOf" srcId="{1E2B8904-17B2-4293-BAA5-834F58489483}" destId="{B63643A6-9AB5-415E-8817-0F676C489E9E}" srcOrd="4" destOrd="0" presId="urn:microsoft.com/office/officeart/2005/8/layout/hProcess9"/>
    <dgm:cxn modelId="{BB941A11-81AF-45BE-AD6B-042D7CE49D5D}" type="presParOf" srcId="{1E2B8904-17B2-4293-BAA5-834F58489483}" destId="{FF072CCA-6AA3-4C0C-BF31-5360C0D997EB}" srcOrd="5" destOrd="0" presId="urn:microsoft.com/office/officeart/2005/8/layout/hProcess9"/>
    <dgm:cxn modelId="{A9DC725B-B2CA-46C6-9A17-48F1FB6F0531}" type="presParOf" srcId="{1E2B8904-17B2-4293-BAA5-834F58489483}" destId="{05DF4F59-5DB3-4347-B37C-496CC201F049}"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F0FC1B3-0D48-40AE-AA74-1B19723E81D6}"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zh-CN" altLang="en-US"/>
        </a:p>
      </dgm:t>
    </dgm:pt>
    <dgm:pt modelId="{5A9227D9-E5B9-4E9F-BB48-14CCDAA157A7}">
      <dgm:prSet phldrT="[文本]">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solidFill>
            <a:schemeClr val="accent5">
              <a:lumMod val="50000"/>
            </a:schemeClr>
          </a:solidFill>
        </a:ln>
      </dgm:spPr>
      <dgm:t>
        <a:bodyPr/>
        <a:lstStyle/>
        <a:p>
          <a:r>
            <a:rPr lang="zh-CN" altLang="en-US" dirty="0"/>
            <a:t>属性模块</a:t>
          </a:r>
        </a:p>
      </dgm:t>
    </dgm:pt>
    <dgm:pt modelId="{AA515832-BC0A-4886-9AB7-0457BF7CACAB}" type="parTrans" cxnId="{BFAC8518-12EF-4C89-B386-541F54BBBF7C}">
      <dgm:prSet/>
      <dgm:spPr/>
      <dgm:t>
        <a:bodyPr/>
        <a:lstStyle/>
        <a:p>
          <a:endParaRPr lang="zh-CN" altLang="en-US"/>
        </a:p>
      </dgm:t>
    </dgm:pt>
    <dgm:pt modelId="{93D54757-780A-490F-9C56-5BF788F57519}" type="sibTrans" cxnId="{BFAC8518-12EF-4C89-B386-541F54BBBF7C}">
      <dgm:prSet/>
      <dgm:spPr/>
      <dgm:t>
        <a:bodyPr/>
        <a:lstStyle/>
        <a:p>
          <a:endParaRPr lang="zh-CN" altLang="en-US"/>
        </a:p>
      </dgm:t>
    </dgm:pt>
    <dgm:pt modelId="{64D8393B-7875-4628-9E14-6466745C851B}">
      <dgm:prSet phldrT="[文本]"/>
      <dgm:spPr>
        <a:solidFill>
          <a:schemeClr val="accent5">
            <a:lumMod val="75000"/>
          </a:schemeClr>
        </a:solidFill>
      </dgm:spPr>
      <dgm:t>
        <a:bodyPr/>
        <a:lstStyle/>
        <a:p>
          <a:r>
            <a:rPr lang="zh-CN" altLang="en-US" dirty="0"/>
            <a:t>角色裸装属性</a:t>
          </a:r>
        </a:p>
      </dgm:t>
    </dgm:pt>
    <dgm:pt modelId="{53E24C14-FCF6-458B-B98F-EBFE07CBDE13}" type="parTrans" cxnId="{822D8518-6199-4E10-B6CC-E0BB53A92AEE}">
      <dgm:prSet/>
      <dgm:spPr/>
      <dgm:t>
        <a:bodyPr/>
        <a:lstStyle/>
        <a:p>
          <a:endParaRPr lang="zh-CN" altLang="en-US"/>
        </a:p>
      </dgm:t>
    </dgm:pt>
    <dgm:pt modelId="{F3B621E9-99FD-47D5-AC11-2361C2387BE0}" type="sibTrans" cxnId="{822D8518-6199-4E10-B6CC-E0BB53A92AEE}">
      <dgm:prSet/>
      <dgm:spPr/>
      <dgm:t>
        <a:bodyPr/>
        <a:lstStyle/>
        <a:p>
          <a:endParaRPr lang="zh-CN" altLang="en-US"/>
        </a:p>
      </dgm:t>
    </dgm:pt>
    <dgm:pt modelId="{DE89FBAB-A038-4E5E-87E6-AD34B63E9A27}">
      <dgm:prSet phldrT="[文本]"/>
      <dgm:spPr>
        <a:solidFill>
          <a:schemeClr val="accent5">
            <a:lumMod val="75000"/>
          </a:schemeClr>
        </a:solidFill>
      </dgm:spPr>
      <dgm:t>
        <a:bodyPr/>
        <a:lstStyle/>
        <a:p>
          <a:r>
            <a:rPr lang="zh-CN" altLang="en-US" dirty="0"/>
            <a:t>其它系统加成属性</a:t>
          </a:r>
          <a:endParaRPr lang="en-US" altLang="zh-CN" dirty="0"/>
        </a:p>
      </dgm:t>
    </dgm:pt>
    <dgm:pt modelId="{8B9E9E9F-DF34-4945-B4BC-B2AE4A920281}" type="parTrans" cxnId="{E15AA0CC-175D-4730-B093-B87A9EB27612}">
      <dgm:prSet/>
      <dgm:spPr/>
      <dgm:t>
        <a:bodyPr/>
        <a:lstStyle/>
        <a:p>
          <a:endParaRPr lang="zh-CN" altLang="en-US"/>
        </a:p>
      </dgm:t>
    </dgm:pt>
    <dgm:pt modelId="{AA3E9892-A972-491D-B351-7C656CEB340B}" type="sibTrans" cxnId="{E15AA0CC-175D-4730-B093-B87A9EB27612}">
      <dgm:prSet/>
      <dgm:spPr/>
      <dgm:t>
        <a:bodyPr/>
        <a:lstStyle/>
        <a:p>
          <a:endParaRPr lang="zh-CN" altLang="en-US"/>
        </a:p>
      </dgm:t>
    </dgm:pt>
    <dgm:pt modelId="{FE5C84DF-671F-4FC6-BCD6-4FE3D614A9C0}">
      <dgm:prSet phldrT="[文本]" phldr="1"/>
      <dgm:spPr/>
      <dgm:t>
        <a:bodyPr/>
        <a:lstStyle/>
        <a:p>
          <a:endParaRPr lang="zh-CN" altLang="en-US" dirty="0"/>
        </a:p>
      </dgm:t>
    </dgm:pt>
    <dgm:pt modelId="{D99DAC98-BC82-444B-B805-79E69BFEE7E2}" type="parTrans" cxnId="{57B40E6A-2FB8-47DC-AF70-06AF58C25859}">
      <dgm:prSet/>
      <dgm:spPr/>
      <dgm:t>
        <a:bodyPr/>
        <a:lstStyle/>
        <a:p>
          <a:endParaRPr lang="zh-CN" altLang="en-US"/>
        </a:p>
      </dgm:t>
    </dgm:pt>
    <dgm:pt modelId="{BC37374B-A99E-4D7B-87E4-4A5179D4C4BB}" type="sibTrans" cxnId="{57B40E6A-2FB8-47DC-AF70-06AF58C25859}">
      <dgm:prSet/>
      <dgm:spPr/>
      <dgm:t>
        <a:bodyPr/>
        <a:lstStyle/>
        <a:p>
          <a:endParaRPr lang="zh-CN" altLang="en-US"/>
        </a:p>
      </dgm:t>
    </dgm:pt>
    <dgm:pt modelId="{FD6A67ED-E99E-4255-9606-542FF9BAFC60}" type="pres">
      <dgm:prSet presAssocID="{EF0FC1B3-0D48-40AE-AA74-1B19723E81D6}" presName="Name0" presStyleCnt="0">
        <dgm:presLayoutVars>
          <dgm:chMax val="1"/>
          <dgm:dir/>
          <dgm:animLvl val="ctr"/>
          <dgm:resizeHandles val="exact"/>
        </dgm:presLayoutVars>
      </dgm:prSet>
      <dgm:spPr/>
    </dgm:pt>
    <dgm:pt modelId="{F9420EB3-8235-4314-B6F8-6D71A8CAE667}" type="pres">
      <dgm:prSet presAssocID="{5A9227D9-E5B9-4E9F-BB48-14CCDAA157A7}" presName="centerShape" presStyleLbl="node0" presStyleIdx="0" presStyleCnt="1"/>
      <dgm:spPr/>
    </dgm:pt>
    <dgm:pt modelId="{542C8181-1D78-4FC1-9843-07A08F9B0EA4}" type="pres">
      <dgm:prSet presAssocID="{64D8393B-7875-4628-9E14-6466745C851B}" presName="node" presStyleLbl="node1" presStyleIdx="0" presStyleCnt="2">
        <dgm:presLayoutVars>
          <dgm:bulletEnabled val="1"/>
        </dgm:presLayoutVars>
      </dgm:prSet>
      <dgm:spPr/>
    </dgm:pt>
    <dgm:pt modelId="{D218A58A-FE09-43B4-8A2B-DBCD6914A9EA}" type="pres">
      <dgm:prSet presAssocID="{64D8393B-7875-4628-9E14-6466745C851B}" presName="dummy" presStyleCnt="0"/>
      <dgm:spPr/>
    </dgm:pt>
    <dgm:pt modelId="{96E92CA4-6D65-42E7-B75C-3E94CB2B954D}" type="pres">
      <dgm:prSet presAssocID="{F3B621E9-99FD-47D5-AC11-2361C2387BE0}" presName="sibTrans" presStyleLbl="sibTrans2D1" presStyleIdx="0" presStyleCnt="2" custLinFactNeighborX="1941" custRadScaleRad="173489"/>
      <dgm:spPr/>
    </dgm:pt>
    <dgm:pt modelId="{8360725E-A13C-4F55-843F-B1C6403C1110}" type="pres">
      <dgm:prSet presAssocID="{DE89FBAB-A038-4E5E-87E6-AD34B63E9A27}" presName="node" presStyleLbl="node1" presStyleIdx="1" presStyleCnt="2">
        <dgm:presLayoutVars>
          <dgm:bulletEnabled val="1"/>
        </dgm:presLayoutVars>
      </dgm:prSet>
      <dgm:spPr/>
    </dgm:pt>
    <dgm:pt modelId="{940D5229-1C88-48B8-ADB2-28B75B4B9E6B}" type="pres">
      <dgm:prSet presAssocID="{DE89FBAB-A038-4E5E-87E6-AD34B63E9A27}" presName="dummy" presStyleCnt="0"/>
      <dgm:spPr/>
    </dgm:pt>
    <dgm:pt modelId="{B56E0513-F990-4C75-B315-021954913CBB}" type="pres">
      <dgm:prSet presAssocID="{AA3E9892-A972-491D-B351-7C656CEB340B}" presName="sibTrans" presStyleLbl="sibTrans2D1" presStyleIdx="1" presStyleCnt="2"/>
      <dgm:spPr/>
    </dgm:pt>
  </dgm:ptLst>
  <dgm:cxnLst>
    <dgm:cxn modelId="{822D8518-6199-4E10-B6CC-E0BB53A92AEE}" srcId="{5A9227D9-E5B9-4E9F-BB48-14CCDAA157A7}" destId="{64D8393B-7875-4628-9E14-6466745C851B}" srcOrd="0" destOrd="0" parTransId="{53E24C14-FCF6-458B-B98F-EBFE07CBDE13}" sibTransId="{F3B621E9-99FD-47D5-AC11-2361C2387BE0}"/>
    <dgm:cxn modelId="{BFAC8518-12EF-4C89-B386-541F54BBBF7C}" srcId="{EF0FC1B3-0D48-40AE-AA74-1B19723E81D6}" destId="{5A9227D9-E5B9-4E9F-BB48-14CCDAA157A7}" srcOrd="0" destOrd="0" parTransId="{AA515832-BC0A-4886-9AB7-0457BF7CACAB}" sibTransId="{93D54757-780A-490F-9C56-5BF788F57519}"/>
    <dgm:cxn modelId="{AE69F919-6DBD-4FE2-9831-7764CFC98C6C}" type="presOf" srcId="{64D8393B-7875-4628-9E14-6466745C851B}" destId="{542C8181-1D78-4FC1-9843-07A08F9B0EA4}" srcOrd="0" destOrd="0" presId="urn:microsoft.com/office/officeart/2005/8/layout/radial6"/>
    <dgm:cxn modelId="{57B40E6A-2FB8-47DC-AF70-06AF58C25859}" srcId="{EF0FC1B3-0D48-40AE-AA74-1B19723E81D6}" destId="{FE5C84DF-671F-4FC6-BCD6-4FE3D614A9C0}" srcOrd="1" destOrd="0" parTransId="{D99DAC98-BC82-444B-B805-79E69BFEE7E2}" sibTransId="{BC37374B-A99E-4D7B-87E4-4A5179D4C4BB}"/>
    <dgm:cxn modelId="{995C844D-FDE7-4658-9E78-6C43F17CB590}" type="presOf" srcId="{DE89FBAB-A038-4E5E-87E6-AD34B63E9A27}" destId="{8360725E-A13C-4F55-843F-B1C6403C1110}" srcOrd="0" destOrd="0" presId="urn:microsoft.com/office/officeart/2005/8/layout/radial6"/>
    <dgm:cxn modelId="{F88D6977-2E88-46F2-AB5A-F872257A671B}" type="presOf" srcId="{EF0FC1B3-0D48-40AE-AA74-1B19723E81D6}" destId="{FD6A67ED-E99E-4255-9606-542FF9BAFC60}" srcOrd="0" destOrd="0" presId="urn:microsoft.com/office/officeart/2005/8/layout/radial6"/>
    <dgm:cxn modelId="{8481078C-7951-473C-9367-64E5DBC85341}" type="presOf" srcId="{F3B621E9-99FD-47D5-AC11-2361C2387BE0}" destId="{96E92CA4-6D65-42E7-B75C-3E94CB2B954D}" srcOrd="0" destOrd="0" presId="urn:microsoft.com/office/officeart/2005/8/layout/radial6"/>
    <dgm:cxn modelId="{18A2B19E-8342-4AB2-A226-FB52E4E44218}" type="presOf" srcId="{AA3E9892-A972-491D-B351-7C656CEB340B}" destId="{B56E0513-F990-4C75-B315-021954913CBB}" srcOrd="0" destOrd="0" presId="urn:microsoft.com/office/officeart/2005/8/layout/radial6"/>
    <dgm:cxn modelId="{CEB651CB-3634-49E0-A5E4-3CD75953D239}" type="presOf" srcId="{5A9227D9-E5B9-4E9F-BB48-14CCDAA157A7}" destId="{F9420EB3-8235-4314-B6F8-6D71A8CAE667}" srcOrd="0" destOrd="0" presId="urn:microsoft.com/office/officeart/2005/8/layout/radial6"/>
    <dgm:cxn modelId="{E15AA0CC-175D-4730-B093-B87A9EB27612}" srcId="{5A9227D9-E5B9-4E9F-BB48-14CCDAA157A7}" destId="{DE89FBAB-A038-4E5E-87E6-AD34B63E9A27}" srcOrd="1" destOrd="0" parTransId="{8B9E9E9F-DF34-4945-B4BC-B2AE4A920281}" sibTransId="{AA3E9892-A972-491D-B351-7C656CEB340B}"/>
    <dgm:cxn modelId="{5DD3774E-6A0B-4B42-B9D4-F92EF8BB0ED8}" type="presParOf" srcId="{FD6A67ED-E99E-4255-9606-542FF9BAFC60}" destId="{F9420EB3-8235-4314-B6F8-6D71A8CAE667}" srcOrd="0" destOrd="0" presId="urn:microsoft.com/office/officeart/2005/8/layout/radial6"/>
    <dgm:cxn modelId="{29D204D7-746F-42AC-9A2D-D4C5396B4893}" type="presParOf" srcId="{FD6A67ED-E99E-4255-9606-542FF9BAFC60}" destId="{542C8181-1D78-4FC1-9843-07A08F9B0EA4}" srcOrd="1" destOrd="0" presId="urn:microsoft.com/office/officeart/2005/8/layout/radial6"/>
    <dgm:cxn modelId="{F30A966D-C204-4709-9FD8-C7B045F2F0C0}" type="presParOf" srcId="{FD6A67ED-E99E-4255-9606-542FF9BAFC60}" destId="{D218A58A-FE09-43B4-8A2B-DBCD6914A9EA}" srcOrd="2" destOrd="0" presId="urn:microsoft.com/office/officeart/2005/8/layout/radial6"/>
    <dgm:cxn modelId="{FD1E9980-0718-4C0F-A9A4-55F88A4BCAE3}" type="presParOf" srcId="{FD6A67ED-E99E-4255-9606-542FF9BAFC60}" destId="{96E92CA4-6D65-42E7-B75C-3E94CB2B954D}" srcOrd="3" destOrd="0" presId="urn:microsoft.com/office/officeart/2005/8/layout/radial6"/>
    <dgm:cxn modelId="{F2143008-0D83-48C1-93A2-935EF75231C6}" type="presParOf" srcId="{FD6A67ED-E99E-4255-9606-542FF9BAFC60}" destId="{8360725E-A13C-4F55-843F-B1C6403C1110}" srcOrd="4" destOrd="0" presId="urn:microsoft.com/office/officeart/2005/8/layout/radial6"/>
    <dgm:cxn modelId="{E2CFB71C-D2AD-4A35-B2B3-AACB34ED78AE}" type="presParOf" srcId="{FD6A67ED-E99E-4255-9606-542FF9BAFC60}" destId="{940D5229-1C88-48B8-ADB2-28B75B4B9E6B}" srcOrd="5" destOrd="0" presId="urn:microsoft.com/office/officeart/2005/8/layout/radial6"/>
    <dgm:cxn modelId="{A5EE85E7-205A-4A75-A7E7-6AF6D8E39A38}" type="presParOf" srcId="{FD6A67ED-E99E-4255-9606-542FF9BAFC60}" destId="{B56E0513-F990-4C75-B315-021954913CBB}" srcOrd="6"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F0FC1B3-0D48-40AE-AA74-1B19723E81D6}"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zh-CN" altLang="en-US"/>
        </a:p>
      </dgm:t>
    </dgm:pt>
    <dgm:pt modelId="{5A9227D9-E5B9-4E9F-BB48-14CCDAA157A7}">
      <dgm:prSet phldrT="[文本]">
        <dgm:style>
          <a:lnRef idx="2">
            <a:schemeClr val="accent1">
              <a:shade val="50000"/>
            </a:schemeClr>
          </a:lnRef>
          <a:fillRef idx="1">
            <a:schemeClr val="accent1"/>
          </a:fillRef>
          <a:effectRef idx="0">
            <a:schemeClr val="accent1"/>
          </a:effectRef>
          <a:fontRef idx="minor">
            <a:schemeClr val="lt1"/>
          </a:fontRef>
        </dgm:style>
      </dgm:prSet>
      <dgm:spPr>
        <a:solidFill>
          <a:schemeClr val="accent5">
            <a:lumMod val="75000"/>
          </a:schemeClr>
        </a:solidFill>
        <a:ln>
          <a:solidFill>
            <a:schemeClr val="accent5">
              <a:lumMod val="50000"/>
            </a:schemeClr>
          </a:solidFill>
        </a:ln>
      </dgm:spPr>
      <dgm:t>
        <a:bodyPr/>
        <a:lstStyle/>
        <a:p>
          <a:r>
            <a:rPr lang="zh-CN" altLang="en-US" dirty="0"/>
            <a:t>战斗数值</a:t>
          </a:r>
        </a:p>
      </dgm:t>
    </dgm:pt>
    <dgm:pt modelId="{AA515832-BC0A-4886-9AB7-0457BF7CACAB}" type="parTrans" cxnId="{BFAC8518-12EF-4C89-B386-541F54BBBF7C}">
      <dgm:prSet/>
      <dgm:spPr/>
      <dgm:t>
        <a:bodyPr/>
        <a:lstStyle/>
        <a:p>
          <a:endParaRPr lang="zh-CN" altLang="en-US"/>
        </a:p>
      </dgm:t>
    </dgm:pt>
    <dgm:pt modelId="{93D54757-780A-490F-9C56-5BF788F57519}" type="sibTrans" cxnId="{BFAC8518-12EF-4C89-B386-541F54BBBF7C}">
      <dgm:prSet/>
      <dgm:spPr/>
      <dgm:t>
        <a:bodyPr/>
        <a:lstStyle/>
        <a:p>
          <a:endParaRPr lang="zh-CN" altLang="en-US"/>
        </a:p>
      </dgm:t>
    </dgm:pt>
    <dgm:pt modelId="{64D8393B-7875-4628-9E14-6466745C851B}">
      <dgm:prSet phldrT="[文本]"/>
      <dgm:spPr>
        <a:solidFill>
          <a:schemeClr val="accent5">
            <a:lumMod val="75000"/>
          </a:schemeClr>
        </a:solidFill>
      </dgm:spPr>
      <dgm:t>
        <a:bodyPr/>
        <a:lstStyle/>
        <a:p>
          <a:r>
            <a:rPr lang="zh-CN" altLang="en-US" dirty="0"/>
            <a:t>属性模块</a:t>
          </a:r>
        </a:p>
      </dgm:t>
    </dgm:pt>
    <dgm:pt modelId="{53E24C14-FCF6-458B-B98F-EBFE07CBDE13}" type="parTrans" cxnId="{822D8518-6199-4E10-B6CC-E0BB53A92AEE}">
      <dgm:prSet/>
      <dgm:spPr/>
      <dgm:t>
        <a:bodyPr/>
        <a:lstStyle/>
        <a:p>
          <a:endParaRPr lang="zh-CN" altLang="en-US"/>
        </a:p>
      </dgm:t>
    </dgm:pt>
    <dgm:pt modelId="{F3B621E9-99FD-47D5-AC11-2361C2387BE0}" type="sibTrans" cxnId="{822D8518-6199-4E10-B6CC-E0BB53A92AEE}">
      <dgm:prSet/>
      <dgm:spPr/>
      <dgm:t>
        <a:bodyPr/>
        <a:lstStyle/>
        <a:p>
          <a:endParaRPr lang="zh-CN" altLang="en-US"/>
        </a:p>
      </dgm:t>
    </dgm:pt>
    <dgm:pt modelId="{DE89FBAB-A038-4E5E-87E6-AD34B63E9A27}">
      <dgm:prSet phldrT="[文本]"/>
      <dgm:spPr>
        <a:solidFill>
          <a:schemeClr val="accent5">
            <a:lumMod val="75000"/>
          </a:schemeClr>
        </a:solidFill>
      </dgm:spPr>
      <dgm:t>
        <a:bodyPr/>
        <a:lstStyle/>
        <a:p>
          <a:r>
            <a:rPr lang="zh-CN" altLang="en-US" dirty="0"/>
            <a:t>技能模块</a:t>
          </a:r>
          <a:endParaRPr lang="en-US" altLang="zh-CN" dirty="0"/>
        </a:p>
      </dgm:t>
    </dgm:pt>
    <dgm:pt modelId="{8B9E9E9F-DF34-4945-B4BC-B2AE4A920281}" type="parTrans" cxnId="{E15AA0CC-175D-4730-B093-B87A9EB27612}">
      <dgm:prSet/>
      <dgm:spPr/>
      <dgm:t>
        <a:bodyPr/>
        <a:lstStyle/>
        <a:p>
          <a:endParaRPr lang="zh-CN" altLang="en-US"/>
        </a:p>
      </dgm:t>
    </dgm:pt>
    <dgm:pt modelId="{AA3E9892-A972-491D-B351-7C656CEB340B}" type="sibTrans" cxnId="{E15AA0CC-175D-4730-B093-B87A9EB27612}">
      <dgm:prSet/>
      <dgm:spPr/>
      <dgm:t>
        <a:bodyPr/>
        <a:lstStyle/>
        <a:p>
          <a:endParaRPr lang="zh-CN" altLang="en-US"/>
        </a:p>
      </dgm:t>
    </dgm:pt>
    <dgm:pt modelId="{FE5C84DF-671F-4FC6-BCD6-4FE3D614A9C0}">
      <dgm:prSet phldrT="[文本]" phldr="1"/>
      <dgm:spPr/>
      <dgm:t>
        <a:bodyPr/>
        <a:lstStyle/>
        <a:p>
          <a:endParaRPr lang="zh-CN" altLang="en-US" dirty="0"/>
        </a:p>
      </dgm:t>
    </dgm:pt>
    <dgm:pt modelId="{D99DAC98-BC82-444B-B805-79E69BFEE7E2}" type="parTrans" cxnId="{57B40E6A-2FB8-47DC-AF70-06AF58C25859}">
      <dgm:prSet/>
      <dgm:spPr/>
      <dgm:t>
        <a:bodyPr/>
        <a:lstStyle/>
        <a:p>
          <a:endParaRPr lang="zh-CN" altLang="en-US"/>
        </a:p>
      </dgm:t>
    </dgm:pt>
    <dgm:pt modelId="{BC37374B-A99E-4D7B-87E4-4A5179D4C4BB}" type="sibTrans" cxnId="{57B40E6A-2FB8-47DC-AF70-06AF58C25859}">
      <dgm:prSet/>
      <dgm:spPr/>
      <dgm:t>
        <a:bodyPr/>
        <a:lstStyle/>
        <a:p>
          <a:endParaRPr lang="zh-CN" altLang="en-US"/>
        </a:p>
      </dgm:t>
    </dgm:pt>
    <dgm:pt modelId="{8F7FE2F7-3D18-421E-8266-7D51DB5AD82C}">
      <dgm:prSet phldrT="[文本]"/>
      <dgm:spPr>
        <a:solidFill>
          <a:schemeClr val="accent5">
            <a:lumMod val="75000"/>
          </a:schemeClr>
        </a:solidFill>
      </dgm:spPr>
      <dgm:t>
        <a:bodyPr/>
        <a:lstStyle/>
        <a:p>
          <a:r>
            <a:rPr lang="zh-CN" altLang="en-US" dirty="0"/>
            <a:t>概率数值</a:t>
          </a:r>
          <a:endParaRPr lang="en-US" altLang="zh-CN" dirty="0"/>
        </a:p>
      </dgm:t>
    </dgm:pt>
    <dgm:pt modelId="{B0BDBAC5-EB48-40DB-A8D3-9BE34F69FBE8}" type="parTrans" cxnId="{D6613459-AF19-463F-85A0-BC7A60B6DB66}">
      <dgm:prSet/>
      <dgm:spPr/>
      <dgm:t>
        <a:bodyPr/>
        <a:lstStyle/>
        <a:p>
          <a:endParaRPr lang="zh-CN" altLang="en-US"/>
        </a:p>
      </dgm:t>
    </dgm:pt>
    <dgm:pt modelId="{69C55AD8-D1CA-4906-A3A4-AC75244F91AF}" type="sibTrans" cxnId="{D6613459-AF19-463F-85A0-BC7A60B6DB66}">
      <dgm:prSet/>
      <dgm:spPr/>
      <dgm:t>
        <a:bodyPr/>
        <a:lstStyle/>
        <a:p>
          <a:endParaRPr lang="zh-CN" altLang="en-US"/>
        </a:p>
      </dgm:t>
    </dgm:pt>
    <dgm:pt modelId="{5D06FA1D-600A-41B1-B4F1-1AF78FBB8CF1}">
      <dgm:prSet phldrT="[文本]"/>
      <dgm:spPr>
        <a:solidFill>
          <a:schemeClr val="accent5">
            <a:lumMod val="75000"/>
          </a:schemeClr>
        </a:solidFill>
      </dgm:spPr>
      <dgm:t>
        <a:bodyPr/>
        <a:lstStyle/>
        <a:p>
          <a:r>
            <a:rPr lang="zh-CN" altLang="en-US" dirty="0"/>
            <a:t>道具模块</a:t>
          </a:r>
          <a:endParaRPr lang="en-US" altLang="zh-CN" dirty="0"/>
        </a:p>
      </dgm:t>
    </dgm:pt>
    <dgm:pt modelId="{86B8782F-91B6-40BF-930D-4655B66C9E6F}" type="parTrans" cxnId="{0BE9A29B-AAC2-4E8D-A89E-28A2CCB3DC49}">
      <dgm:prSet/>
      <dgm:spPr/>
      <dgm:t>
        <a:bodyPr/>
        <a:lstStyle/>
        <a:p>
          <a:endParaRPr lang="zh-CN" altLang="en-US"/>
        </a:p>
      </dgm:t>
    </dgm:pt>
    <dgm:pt modelId="{EAEC29B0-D1D3-4048-ABCA-39547985C2BA}" type="sibTrans" cxnId="{0BE9A29B-AAC2-4E8D-A89E-28A2CCB3DC49}">
      <dgm:prSet/>
      <dgm:spPr/>
      <dgm:t>
        <a:bodyPr/>
        <a:lstStyle/>
        <a:p>
          <a:endParaRPr lang="zh-CN" altLang="en-US"/>
        </a:p>
      </dgm:t>
    </dgm:pt>
    <dgm:pt modelId="{FD6A67ED-E99E-4255-9606-542FF9BAFC60}" type="pres">
      <dgm:prSet presAssocID="{EF0FC1B3-0D48-40AE-AA74-1B19723E81D6}" presName="Name0" presStyleCnt="0">
        <dgm:presLayoutVars>
          <dgm:chMax val="1"/>
          <dgm:dir/>
          <dgm:animLvl val="ctr"/>
          <dgm:resizeHandles val="exact"/>
        </dgm:presLayoutVars>
      </dgm:prSet>
      <dgm:spPr/>
    </dgm:pt>
    <dgm:pt modelId="{F9420EB3-8235-4314-B6F8-6D71A8CAE667}" type="pres">
      <dgm:prSet presAssocID="{5A9227D9-E5B9-4E9F-BB48-14CCDAA157A7}" presName="centerShape" presStyleLbl="node0" presStyleIdx="0" presStyleCnt="1"/>
      <dgm:spPr/>
    </dgm:pt>
    <dgm:pt modelId="{542C8181-1D78-4FC1-9843-07A08F9B0EA4}" type="pres">
      <dgm:prSet presAssocID="{64D8393B-7875-4628-9E14-6466745C851B}" presName="node" presStyleLbl="node1" presStyleIdx="0" presStyleCnt="4">
        <dgm:presLayoutVars>
          <dgm:bulletEnabled val="1"/>
        </dgm:presLayoutVars>
      </dgm:prSet>
      <dgm:spPr/>
    </dgm:pt>
    <dgm:pt modelId="{D218A58A-FE09-43B4-8A2B-DBCD6914A9EA}" type="pres">
      <dgm:prSet presAssocID="{64D8393B-7875-4628-9E14-6466745C851B}" presName="dummy" presStyleCnt="0"/>
      <dgm:spPr/>
    </dgm:pt>
    <dgm:pt modelId="{96E92CA4-6D65-42E7-B75C-3E94CB2B954D}" type="pres">
      <dgm:prSet presAssocID="{F3B621E9-99FD-47D5-AC11-2361C2387BE0}" presName="sibTrans" presStyleLbl="sibTrans2D1" presStyleIdx="0" presStyleCnt="4" custLinFactNeighborX="1941" custRadScaleRad="173489"/>
      <dgm:spPr/>
    </dgm:pt>
    <dgm:pt modelId="{8360725E-A13C-4F55-843F-B1C6403C1110}" type="pres">
      <dgm:prSet presAssocID="{DE89FBAB-A038-4E5E-87E6-AD34B63E9A27}" presName="node" presStyleLbl="node1" presStyleIdx="1" presStyleCnt="4">
        <dgm:presLayoutVars>
          <dgm:bulletEnabled val="1"/>
        </dgm:presLayoutVars>
      </dgm:prSet>
      <dgm:spPr/>
    </dgm:pt>
    <dgm:pt modelId="{940D5229-1C88-48B8-ADB2-28B75B4B9E6B}" type="pres">
      <dgm:prSet presAssocID="{DE89FBAB-A038-4E5E-87E6-AD34B63E9A27}" presName="dummy" presStyleCnt="0"/>
      <dgm:spPr/>
    </dgm:pt>
    <dgm:pt modelId="{B56E0513-F990-4C75-B315-021954913CBB}" type="pres">
      <dgm:prSet presAssocID="{AA3E9892-A972-491D-B351-7C656CEB340B}" presName="sibTrans" presStyleLbl="sibTrans2D1" presStyleIdx="1" presStyleCnt="4"/>
      <dgm:spPr/>
    </dgm:pt>
    <dgm:pt modelId="{CF1D6370-66E2-4A24-861E-2DB86382BFC1}" type="pres">
      <dgm:prSet presAssocID="{8F7FE2F7-3D18-421E-8266-7D51DB5AD82C}" presName="node" presStyleLbl="node1" presStyleIdx="2" presStyleCnt="4">
        <dgm:presLayoutVars>
          <dgm:bulletEnabled val="1"/>
        </dgm:presLayoutVars>
      </dgm:prSet>
      <dgm:spPr/>
    </dgm:pt>
    <dgm:pt modelId="{7ADF6013-1107-4863-BF42-1D701704E40C}" type="pres">
      <dgm:prSet presAssocID="{8F7FE2F7-3D18-421E-8266-7D51DB5AD82C}" presName="dummy" presStyleCnt="0"/>
      <dgm:spPr/>
    </dgm:pt>
    <dgm:pt modelId="{F5B7F2EC-078E-4137-9A78-E8AAD44C2DBC}" type="pres">
      <dgm:prSet presAssocID="{69C55AD8-D1CA-4906-A3A4-AC75244F91AF}" presName="sibTrans" presStyleLbl="sibTrans2D1" presStyleIdx="2" presStyleCnt="4"/>
      <dgm:spPr/>
    </dgm:pt>
    <dgm:pt modelId="{0B58268E-3031-4357-BA7E-E461ABAB90FF}" type="pres">
      <dgm:prSet presAssocID="{5D06FA1D-600A-41B1-B4F1-1AF78FBB8CF1}" presName="node" presStyleLbl="node1" presStyleIdx="3" presStyleCnt="4">
        <dgm:presLayoutVars>
          <dgm:bulletEnabled val="1"/>
        </dgm:presLayoutVars>
      </dgm:prSet>
      <dgm:spPr/>
    </dgm:pt>
    <dgm:pt modelId="{82B7776D-CF12-407B-8609-96023827D088}" type="pres">
      <dgm:prSet presAssocID="{5D06FA1D-600A-41B1-B4F1-1AF78FBB8CF1}" presName="dummy" presStyleCnt="0"/>
      <dgm:spPr/>
    </dgm:pt>
    <dgm:pt modelId="{BB3B3AC8-A089-4811-A6CA-1B014E0B3547}" type="pres">
      <dgm:prSet presAssocID="{EAEC29B0-D1D3-4048-ABCA-39547985C2BA}" presName="sibTrans" presStyleLbl="sibTrans2D1" presStyleIdx="3" presStyleCnt="4"/>
      <dgm:spPr/>
    </dgm:pt>
  </dgm:ptLst>
  <dgm:cxnLst>
    <dgm:cxn modelId="{3F178A13-4AC8-4317-9D95-547B7FEAB400}" type="presOf" srcId="{5A9227D9-E5B9-4E9F-BB48-14CCDAA157A7}" destId="{F9420EB3-8235-4314-B6F8-6D71A8CAE667}" srcOrd="0" destOrd="0" presId="urn:microsoft.com/office/officeart/2005/8/layout/radial6"/>
    <dgm:cxn modelId="{822D8518-6199-4E10-B6CC-E0BB53A92AEE}" srcId="{5A9227D9-E5B9-4E9F-BB48-14CCDAA157A7}" destId="{64D8393B-7875-4628-9E14-6466745C851B}" srcOrd="0" destOrd="0" parTransId="{53E24C14-FCF6-458B-B98F-EBFE07CBDE13}" sibTransId="{F3B621E9-99FD-47D5-AC11-2361C2387BE0}"/>
    <dgm:cxn modelId="{BFAC8518-12EF-4C89-B386-541F54BBBF7C}" srcId="{EF0FC1B3-0D48-40AE-AA74-1B19723E81D6}" destId="{5A9227D9-E5B9-4E9F-BB48-14CCDAA157A7}" srcOrd="0" destOrd="0" parTransId="{AA515832-BC0A-4886-9AB7-0457BF7CACAB}" sibTransId="{93D54757-780A-490F-9C56-5BF788F57519}"/>
    <dgm:cxn modelId="{B42F3C2F-D975-44CB-9D29-5398D7A9EFB2}" type="presOf" srcId="{EAEC29B0-D1D3-4048-ABCA-39547985C2BA}" destId="{BB3B3AC8-A089-4811-A6CA-1B014E0B3547}" srcOrd="0" destOrd="0" presId="urn:microsoft.com/office/officeart/2005/8/layout/radial6"/>
    <dgm:cxn modelId="{3FCE1139-A2BD-4D03-A84C-6F796E7481CA}" type="presOf" srcId="{69C55AD8-D1CA-4906-A3A4-AC75244F91AF}" destId="{F5B7F2EC-078E-4137-9A78-E8AAD44C2DBC}" srcOrd="0" destOrd="0" presId="urn:microsoft.com/office/officeart/2005/8/layout/radial6"/>
    <dgm:cxn modelId="{6A00EC66-93F1-4010-9E03-03640C46F8EA}" type="presOf" srcId="{F3B621E9-99FD-47D5-AC11-2361C2387BE0}" destId="{96E92CA4-6D65-42E7-B75C-3E94CB2B954D}" srcOrd="0" destOrd="0" presId="urn:microsoft.com/office/officeart/2005/8/layout/radial6"/>
    <dgm:cxn modelId="{57B40E6A-2FB8-47DC-AF70-06AF58C25859}" srcId="{EF0FC1B3-0D48-40AE-AA74-1B19723E81D6}" destId="{FE5C84DF-671F-4FC6-BCD6-4FE3D614A9C0}" srcOrd="1" destOrd="0" parTransId="{D99DAC98-BC82-444B-B805-79E69BFEE7E2}" sibTransId="{BC37374B-A99E-4D7B-87E4-4A5179D4C4BB}"/>
    <dgm:cxn modelId="{49492472-B2BD-4401-B2D0-93C02327C772}" type="presOf" srcId="{64D8393B-7875-4628-9E14-6466745C851B}" destId="{542C8181-1D78-4FC1-9843-07A08F9B0EA4}" srcOrd="0" destOrd="0" presId="urn:microsoft.com/office/officeart/2005/8/layout/radial6"/>
    <dgm:cxn modelId="{D6613459-AF19-463F-85A0-BC7A60B6DB66}" srcId="{5A9227D9-E5B9-4E9F-BB48-14CCDAA157A7}" destId="{8F7FE2F7-3D18-421E-8266-7D51DB5AD82C}" srcOrd="2" destOrd="0" parTransId="{B0BDBAC5-EB48-40DB-A8D3-9BE34F69FBE8}" sibTransId="{69C55AD8-D1CA-4906-A3A4-AC75244F91AF}"/>
    <dgm:cxn modelId="{1463FF7D-BEBE-4C2E-B085-3DB9F4DEB55C}" type="presOf" srcId="{DE89FBAB-A038-4E5E-87E6-AD34B63E9A27}" destId="{8360725E-A13C-4F55-843F-B1C6403C1110}" srcOrd="0" destOrd="0" presId="urn:microsoft.com/office/officeart/2005/8/layout/radial6"/>
    <dgm:cxn modelId="{EB335E80-AD2B-4414-96D7-643A474F1C59}" type="presOf" srcId="{AA3E9892-A972-491D-B351-7C656CEB340B}" destId="{B56E0513-F990-4C75-B315-021954913CBB}" srcOrd="0" destOrd="0" presId="urn:microsoft.com/office/officeart/2005/8/layout/radial6"/>
    <dgm:cxn modelId="{19DF3D8D-EDDC-4D72-AC3A-945478D2B211}" type="presOf" srcId="{EF0FC1B3-0D48-40AE-AA74-1B19723E81D6}" destId="{FD6A67ED-E99E-4255-9606-542FF9BAFC60}" srcOrd="0" destOrd="0" presId="urn:microsoft.com/office/officeart/2005/8/layout/radial6"/>
    <dgm:cxn modelId="{0BE9A29B-AAC2-4E8D-A89E-28A2CCB3DC49}" srcId="{5A9227D9-E5B9-4E9F-BB48-14CCDAA157A7}" destId="{5D06FA1D-600A-41B1-B4F1-1AF78FBB8CF1}" srcOrd="3" destOrd="0" parTransId="{86B8782F-91B6-40BF-930D-4655B66C9E6F}" sibTransId="{EAEC29B0-D1D3-4048-ABCA-39547985C2BA}"/>
    <dgm:cxn modelId="{E15AA0CC-175D-4730-B093-B87A9EB27612}" srcId="{5A9227D9-E5B9-4E9F-BB48-14CCDAA157A7}" destId="{DE89FBAB-A038-4E5E-87E6-AD34B63E9A27}" srcOrd="1" destOrd="0" parTransId="{8B9E9E9F-DF34-4945-B4BC-B2AE4A920281}" sibTransId="{AA3E9892-A972-491D-B351-7C656CEB340B}"/>
    <dgm:cxn modelId="{F844DEEA-299E-4A7C-A386-6EB47FEFDD6E}" type="presOf" srcId="{8F7FE2F7-3D18-421E-8266-7D51DB5AD82C}" destId="{CF1D6370-66E2-4A24-861E-2DB86382BFC1}" srcOrd="0" destOrd="0" presId="urn:microsoft.com/office/officeart/2005/8/layout/radial6"/>
    <dgm:cxn modelId="{CDF279EE-5551-4CBF-90E7-507BA9CCF78E}" type="presOf" srcId="{5D06FA1D-600A-41B1-B4F1-1AF78FBB8CF1}" destId="{0B58268E-3031-4357-BA7E-E461ABAB90FF}" srcOrd="0" destOrd="0" presId="urn:microsoft.com/office/officeart/2005/8/layout/radial6"/>
    <dgm:cxn modelId="{F4F26369-2FE6-4D50-AF87-FE9E228A30DA}" type="presParOf" srcId="{FD6A67ED-E99E-4255-9606-542FF9BAFC60}" destId="{F9420EB3-8235-4314-B6F8-6D71A8CAE667}" srcOrd="0" destOrd="0" presId="urn:microsoft.com/office/officeart/2005/8/layout/radial6"/>
    <dgm:cxn modelId="{0DFF33E9-87A7-460D-956D-6E2FDB371901}" type="presParOf" srcId="{FD6A67ED-E99E-4255-9606-542FF9BAFC60}" destId="{542C8181-1D78-4FC1-9843-07A08F9B0EA4}" srcOrd="1" destOrd="0" presId="urn:microsoft.com/office/officeart/2005/8/layout/radial6"/>
    <dgm:cxn modelId="{C03ADA21-97D3-4E64-8CFD-B6E58CBDE440}" type="presParOf" srcId="{FD6A67ED-E99E-4255-9606-542FF9BAFC60}" destId="{D218A58A-FE09-43B4-8A2B-DBCD6914A9EA}" srcOrd="2" destOrd="0" presId="urn:microsoft.com/office/officeart/2005/8/layout/radial6"/>
    <dgm:cxn modelId="{206B0B82-90FF-4E7A-98D2-CE9117425047}" type="presParOf" srcId="{FD6A67ED-E99E-4255-9606-542FF9BAFC60}" destId="{96E92CA4-6D65-42E7-B75C-3E94CB2B954D}" srcOrd="3" destOrd="0" presId="urn:microsoft.com/office/officeart/2005/8/layout/radial6"/>
    <dgm:cxn modelId="{B17AE5DE-CFF5-4342-9854-BBCB08DDA446}" type="presParOf" srcId="{FD6A67ED-E99E-4255-9606-542FF9BAFC60}" destId="{8360725E-A13C-4F55-843F-B1C6403C1110}" srcOrd="4" destOrd="0" presId="urn:microsoft.com/office/officeart/2005/8/layout/radial6"/>
    <dgm:cxn modelId="{3C680A0F-7F03-4FDA-AE50-40F467A40C67}" type="presParOf" srcId="{FD6A67ED-E99E-4255-9606-542FF9BAFC60}" destId="{940D5229-1C88-48B8-ADB2-28B75B4B9E6B}" srcOrd="5" destOrd="0" presId="urn:microsoft.com/office/officeart/2005/8/layout/radial6"/>
    <dgm:cxn modelId="{5C38DCAE-08FD-432E-A7EB-D575FC75BE79}" type="presParOf" srcId="{FD6A67ED-E99E-4255-9606-542FF9BAFC60}" destId="{B56E0513-F990-4C75-B315-021954913CBB}" srcOrd="6" destOrd="0" presId="urn:microsoft.com/office/officeart/2005/8/layout/radial6"/>
    <dgm:cxn modelId="{527AAC7F-CDAB-491D-A2CD-02CD6228D208}" type="presParOf" srcId="{FD6A67ED-E99E-4255-9606-542FF9BAFC60}" destId="{CF1D6370-66E2-4A24-861E-2DB86382BFC1}" srcOrd="7" destOrd="0" presId="urn:microsoft.com/office/officeart/2005/8/layout/radial6"/>
    <dgm:cxn modelId="{1CEDF38F-74E2-4422-B69B-2447CC5EEEC3}" type="presParOf" srcId="{FD6A67ED-E99E-4255-9606-542FF9BAFC60}" destId="{7ADF6013-1107-4863-BF42-1D701704E40C}" srcOrd="8" destOrd="0" presId="urn:microsoft.com/office/officeart/2005/8/layout/radial6"/>
    <dgm:cxn modelId="{8A08AEEF-39CC-4F61-8FA9-F2DDEDFEC377}" type="presParOf" srcId="{FD6A67ED-E99E-4255-9606-542FF9BAFC60}" destId="{F5B7F2EC-078E-4137-9A78-E8AAD44C2DBC}" srcOrd="9" destOrd="0" presId="urn:microsoft.com/office/officeart/2005/8/layout/radial6"/>
    <dgm:cxn modelId="{39029972-CF91-4DD2-A9D2-4902D322E2DE}" type="presParOf" srcId="{FD6A67ED-E99E-4255-9606-542FF9BAFC60}" destId="{0B58268E-3031-4357-BA7E-E461ABAB90FF}" srcOrd="10" destOrd="0" presId="urn:microsoft.com/office/officeart/2005/8/layout/radial6"/>
    <dgm:cxn modelId="{57CA5052-4196-4F2A-A058-BA21C87C198F}" type="presParOf" srcId="{FD6A67ED-E99E-4255-9606-542FF9BAFC60}" destId="{82B7776D-CF12-407B-8609-96023827D088}" srcOrd="11" destOrd="0" presId="urn:microsoft.com/office/officeart/2005/8/layout/radial6"/>
    <dgm:cxn modelId="{F1607880-8591-4B52-9870-7179D7D63641}" type="presParOf" srcId="{FD6A67ED-E99E-4255-9606-542FF9BAFC60}" destId="{BB3B3AC8-A089-4811-A6CA-1B014E0B3547}" srcOrd="12" destOrd="0" presId="urn:microsoft.com/office/officeart/2005/8/layout/radial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423C4F-225F-4A23-AB4B-0C34B36BF65F}">
      <dsp:nvSpPr>
        <dsp:cNvPr id="0" name=""/>
        <dsp:cNvSpPr/>
      </dsp:nvSpPr>
      <dsp:spPr>
        <a:xfrm>
          <a:off x="0" y="107104"/>
          <a:ext cx="6786610" cy="518175"/>
        </a:xfrm>
        <a:prstGeom prst="rect">
          <a:avLst/>
        </a:prstGeom>
        <a:solidFill>
          <a:schemeClr val="lt1">
            <a:alpha val="90000"/>
            <a:hueOff val="0"/>
            <a:satOff val="0"/>
            <a:lumOff val="0"/>
            <a:alphaOff val="0"/>
          </a:schemeClr>
        </a:solidFill>
        <a:ln w="25400" cap="flat" cmpd="sng" algn="ctr">
          <a:solidFill>
            <a:schemeClr val="accent6">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6716" tIns="145796" rIns="526716"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以角色</a:t>
          </a:r>
          <a:r>
            <a:rPr lang="en-US" altLang="zh-CN" sz="1000" kern="1200" dirty="0"/>
            <a:t>A</a:t>
          </a:r>
          <a:r>
            <a:rPr lang="zh-CN" altLang="en-US" sz="1000" kern="1200" dirty="0"/>
            <a:t>和角色</a:t>
          </a:r>
          <a:r>
            <a:rPr lang="en-US" altLang="zh-CN" sz="1000" kern="1200" dirty="0"/>
            <a:t>B</a:t>
          </a:r>
          <a:r>
            <a:rPr lang="zh-CN" altLang="en-US" sz="1000" kern="1200" dirty="0"/>
            <a:t>为例，如果</a:t>
          </a:r>
          <a:r>
            <a:rPr lang="en-US" altLang="zh-CN" sz="1000" kern="1200" dirty="0"/>
            <a:t>A</a:t>
          </a:r>
          <a:r>
            <a:rPr lang="zh-CN" altLang="en-US" sz="1000" kern="1200" dirty="0"/>
            <a:t>和</a:t>
          </a:r>
          <a:r>
            <a:rPr lang="en-US" altLang="zh-CN" sz="1000" kern="1200" dirty="0"/>
            <a:t>B</a:t>
          </a:r>
          <a:r>
            <a:rPr lang="zh-CN" altLang="en-US" sz="1000" kern="1200" dirty="0"/>
            <a:t>在非人为操作失误和无第三方（道具上双方都相同）影响的前提下，双方的战斗结果始终都是同归于尽，那么这就是绝对的平衡。</a:t>
          </a:r>
        </a:p>
      </dsp:txBody>
      <dsp:txXfrm>
        <a:off x="0" y="107104"/>
        <a:ext cx="6786610" cy="518175"/>
      </dsp:txXfrm>
    </dsp:sp>
    <dsp:sp modelId="{35C81E9F-C31D-4A2B-93E9-FCA453B9A171}">
      <dsp:nvSpPr>
        <dsp:cNvPr id="0" name=""/>
        <dsp:cNvSpPr/>
      </dsp:nvSpPr>
      <dsp:spPr>
        <a:xfrm>
          <a:off x="339330" y="3784"/>
          <a:ext cx="4750627" cy="206640"/>
        </a:xfrm>
        <a:prstGeom prst="roundRect">
          <a:avLst/>
        </a:prstGeom>
        <a:solidFill>
          <a:schemeClr val="accent6">
            <a:lumMod val="60000"/>
            <a:lumOff val="40000"/>
          </a:schemeClr>
        </a:solidFill>
        <a:ln w="25400" cap="flat" cmpd="sng" algn="ctr">
          <a:solidFill>
            <a:schemeClr val="accent6">
              <a:lumMod val="75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179562" tIns="0" rIns="179562" bIns="0" numCol="1" spcCol="1270" anchor="ctr" anchorCtr="0">
          <a:noAutofit/>
        </a:bodyPr>
        <a:lstStyle/>
        <a:p>
          <a:pPr marL="0" lvl="0" indent="0" algn="l" defTabSz="533400">
            <a:lnSpc>
              <a:spcPct val="90000"/>
            </a:lnSpc>
            <a:spcBef>
              <a:spcPct val="0"/>
            </a:spcBef>
            <a:spcAft>
              <a:spcPct val="35000"/>
            </a:spcAft>
            <a:buNone/>
          </a:pPr>
          <a:r>
            <a:rPr lang="en-US" altLang="zh-CN" sz="1200" kern="1200" dirty="0">
              <a:solidFill>
                <a:schemeClr val="accent6">
                  <a:lumMod val="50000"/>
                </a:schemeClr>
              </a:solidFill>
            </a:rPr>
            <a:t>1.</a:t>
          </a:r>
          <a:r>
            <a:rPr lang="zh-CN" altLang="en-US" sz="1200" kern="1200" dirty="0">
              <a:solidFill>
                <a:schemeClr val="accent6">
                  <a:lumMod val="50000"/>
                </a:schemeClr>
              </a:solidFill>
            </a:rPr>
            <a:t>什么是战斗数值的绝对平衡？</a:t>
          </a:r>
        </a:p>
      </dsp:txBody>
      <dsp:txXfrm>
        <a:off x="349417" y="13871"/>
        <a:ext cx="4730453" cy="186466"/>
      </dsp:txXfrm>
    </dsp:sp>
    <dsp:sp modelId="{41BEE5E9-B537-4770-B9EB-3EF06F6208C0}">
      <dsp:nvSpPr>
        <dsp:cNvPr id="0" name=""/>
        <dsp:cNvSpPr/>
      </dsp:nvSpPr>
      <dsp:spPr>
        <a:xfrm>
          <a:off x="0" y="766399"/>
          <a:ext cx="6786610" cy="518175"/>
        </a:xfrm>
        <a:prstGeom prst="rect">
          <a:avLst/>
        </a:prstGeom>
        <a:solidFill>
          <a:schemeClr val="lt1">
            <a:alpha val="90000"/>
            <a:hueOff val="0"/>
            <a:satOff val="0"/>
            <a:lumOff val="0"/>
            <a:alphaOff val="0"/>
          </a:schemeClr>
        </a:solidFill>
        <a:ln w="25400" cap="flat" cmpd="sng" algn="ctr">
          <a:solidFill>
            <a:schemeClr val="accent6">
              <a:shade val="50000"/>
              <a:hueOff val="-154075"/>
              <a:satOff val="3710"/>
              <a:lumOff val="1666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6716" tIns="145796" rIns="526716"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从上一个问题的答案中我们可以明确知道，战斗结果就是衡量标准。而在我们的模拟中，战斗结果通常被称作攻击次数或者回合数。在攻速影响下，回合数需要转换为时间做最后的平衡验证。</a:t>
          </a:r>
        </a:p>
      </dsp:txBody>
      <dsp:txXfrm>
        <a:off x="0" y="766399"/>
        <a:ext cx="6786610" cy="518175"/>
      </dsp:txXfrm>
    </dsp:sp>
    <dsp:sp modelId="{FD62A6B8-8E0E-4610-AAFF-F9E38646D974}">
      <dsp:nvSpPr>
        <dsp:cNvPr id="0" name=""/>
        <dsp:cNvSpPr/>
      </dsp:nvSpPr>
      <dsp:spPr>
        <a:xfrm>
          <a:off x="339330" y="663079"/>
          <a:ext cx="4750627" cy="206640"/>
        </a:xfrm>
        <a:prstGeom prst="roundRect">
          <a:avLst/>
        </a:prstGeom>
        <a:solidFill>
          <a:schemeClr val="accent6">
            <a:lumMod val="60000"/>
            <a:lumOff val="40000"/>
          </a:schemeClr>
        </a:solidFill>
        <a:ln w="25400" cap="flat" cmpd="sng" algn="ctr">
          <a:solidFill>
            <a:schemeClr val="accent6">
              <a:lumMod val="75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179562" tIns="0" rIns="179562" bIns="0" numCol="1" spcCol="1270" anchor="ctr" anchorCtr="0">
          <a:noAutofit/>
        </a:bodyPr>
        <a:lstStyle/>
        <a:p>
          <a:pPr marL="0" lvl="0" indent="0" algn="l" defTabSz="533400">
            <a:lnSpc>
              <a:spcPct val="90000"/>
            </a:lnSpc>
            <a:spcBef>
              <a:spcPct val="0"/>
            </a:spcBef>
            <a:spcAft>
              <a:spcPct val="35000"/>
            </a:spcAft>
            <a:buNone/>
          </a:pPr>
          <a:r>
            <a:rPr lang="en-US" altLang="zh-CN" sz="1200" kern="1200" dirty="0">
              <a:solidFill>
                <a:schemeClr val="accent6">
                  <a:lumMod val="50000"/>
                </a:schemeClr>
              </a:solidFill>
            </a:rPr>
            <a:t>2.</a:t>
          </a:r>
          <a:r>
            <a:rPr lang="zh-CN" altLang="en-US" sz="1200" kern="1200" dirty="0">
              <a:solidFill>
                <a:schemeClr val="accent6">
                  <a:lumMod val="50000"/>
                </a:schemeClr>
              </a:solidFill>
            </a:rPr>
            <a:t>战斗数值是否平衡的衡量标准是什么？</a:t>
          </a:r>
        </a:p>
      </dsp:txBody>
      <dsp:txXfrm>
        <a:off x="349417" y="673166"/>
        <a:ext cx="4730453" cy="186466"/>
      </dsp:txXfrm>
    </dsp:sp>
    <dsp:sp modelId="{1A0E6810-85ED-4B80-BD25-629CC6CAAED9}">
      <dsp:nvSpPr>
        <dsp:cNvPr id="0" name=""/>
        <dsp:cNvSpPr/>
      </dsp:nvSpPr>
      <dsp:spPr>
        <a:xfrm>
          <a:off x="0" y="1425694"/>
          <a:ext cx="6786610" cy="1014300"/>
        </a:xfrm>
        <a:prstGeom prst="rect">
          <a:avLst/>
        </a:prstGeom>
        <a:solidFill>
          <a:schemeClr val="lt1">
            <a:alpha val="90000"/>
            <a:hueOff val="0"/>
            <a:satOff val="0"/>
            <a:lumOff val="0"/>
            <a:alphaOff val="0"/>
          </a:schemeClr>
        </a:solidFill>
        <a:ln w="25400" cap="flat" cmpd="sng" algn="ctr">
          <a:solidFill>
            <a:schemeClr val="accent6">
              <a:shade val="50000"/>
              <a:hueOff val="-308150"/>
              <a:satOff val="7419"/>
              <a:lumOff val="333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6716" tIns="145796" rIns="526716"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a:t>这里只举两个例子，并且玩家都是普通玩家。</a:t>
          </a:r>
        </a:p>
        <a:p>
          <a:pPr marL="57150" lvl="1" indent="-57150" algn="l" defTabSz="444500">
            <a:lnSpc>
              <a:spcPct val="90000"/>
            </a:lnSpc>
            <a:spcBef>
              <a:spcPct val="0"/>
            </a:spcBef>
            <a:spcAft>
              <a:spcPct val="15000"/>
            </a:spcAft>
            <a:buChar char="•"/>
          </a:pPr>
          <a:r>
            <a:rPr lang="en-US" altLang="zh-CN" sz="1000" kern="1200" dirty="0"/>
            <a:t>1.</a:t>
          </a:r>
          <a:r>
            <a:rPr lang="zh-CN" altLang="en-US" sz="1000" kern="1200" dirty="0"/>
            <a:t>在不同等级段内的同级别</a:t>
          </a:r>
          <a:r>
            <a:rPr lang="en-US" altLang="zh-CN" sz="1000" kern="1200" dirty="0"/>
            <a:t>PK</a:t>
          </a:r>
          <a:r>
            <a:rPr lang="zh-CN" altLang="en-US" sz="1000" kern="1200" dirty="0"/>
            <a:t>时，战斗双方互有强势阶段，可以算是相对平衡（满级满属性后依靠操作或其它外力保证互有胜负）；</a:t>
          </a:r>
        </a:p>
        <a:p>
          <a:pPr marL="57150" lvl="1" indent="-57150" algn="l" defTabSz="444500">
            <a:lnSpc>
              <a:spcPct val="90000"/>
            </a:lnSpc>
            <a:spcBef>
              <a:spcPct val="0"/>
            </a:spcBef>
            <a:spcAft>
              <a:spcPct val="15000"/>
            </a:spcAft>
            <a:buChar char="•"/>
          </a:pPr>
          <a:r>
            <a:rPr lang="en-US" altLang="zh-CN" sz="1000" kern="1200" dirty="0"/>
            <a:t>2.PK</a:t>
          </a:r>
          <a:r>
            <a:rPr lang="zh-CN" altLang="en-US" sz="1000" kern="1200" dirty="0"/>
            <a:t>能力不行但</a:t>
          </a:r>
          <a:r>
            <a:rPr lang="en-US" altLang="zh-CN" sz="1000" kern="1200" dirty="0"/>
            <a:t>PVE</a:t>
          </a:r>
          <a:r>
            <a:rPr lang="zh-CN" altLang="en-US" sz="1000" kern="1200" dirty="0"/>
            <a:t>能力较强，以等级优势来保证</a:t>
          </a:r>
          <a:r>
            <a:rPr lang="en-US" altLang="zh-CN" sz="1000" kern="1200" dirty="0"/>
            <a:t>PK</a:t>
          </a:r>
          <a:r>
            <a:rPr lang="zh-CN" altLang="en-US" sz="1000" kern="1200" dirty="0"/>
            <a:t>上的胜率，也可以算是相对平衡（满级满属性后其价值就不在</a:t>
          </a:r>
          <a:r>
            <a:rPr lang="en-US" altLang="zh-CN" sz="1000" kern="1200" dirty="0"/>
            <a:t>1V1</a:t>
          </a:r>
          <a:r>
            <a:rPr lang="zh-CN" altLang="en-US" sz="1000" kern="1200" dirty="0"/>
            <a:t>中体现，可以用其它方面的优势来弥补，如团队中的价值）。</a:t>
          </a:r>
        </a:p>
      </dsp:txBody>
      <dsp:txXfrm>
        <a:off x="0" y="1425694"/>
        <a:ext cx="6786610" cy="1014300"/>
      </dsp:txXfrm>
    </dsp:sp>
    <dsp:sp modelId="{B84F76E5-0F79-4F6B-8EF9-2FB767AFAE6C}">
      <dsp:nvSpPr>
        <dsp:cNvPr id="0" name=""/>
        <dsp:cNvSpPr/>
      </dsp:nvSpPr>
      <dsp:spPr>
        <a:xfrm>
          <a:off x="339330" y="1322374"/>
          <a:ext cx="4750627" cy="206640"/>
        </a:xfrm>
        <a:prstGeom prst="roundRect">
          <a:avLst/>
        </a:prstGeom>
        <a:solidFill>
          <a:schemeClr val="accent6">
            <a:lumMod val="60000"/>
            <a:lumOff val="40000"/>
          </a:schemeClr>
        </a:solidFill>
        <a:ln w="25400" cap="flat" cmpd="sng" algn="ctr">
          <a:solidFill>
            <a:schemeClr val="accent6">
              <a:lumMod val="75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179562" tIns="0" rIns="179562" bIns="0" numCol="1" spcCol="1270" anchor="ctr" anchorCtr="0">
          <a:noAutofit/>
        </a:bodyPr>
        <a:lstStyle/>
        <a:p>
          <a:pPr marL="0" lvl="0" indent="0" algn="l" defTabSz="533400">
            <a:lnSpc>
              <a:spcPct val="90000"/>
            </a:lnSpc>
            <a:spcBef>
              <a:spcPct val="0"/>
            </a:spcBef>
            <a:spcAft>
              <a:spcPct val="35000"/>
            </a:spcAft>
            <a:buNone/>
          </a:pPr>
          <a:r>
            <a:rPr lang="en-US" altLang="zh-CN" sz="1200" kern="1200" dirty="0">
              <a:solidFill>
                <a:schemeClr val="accent6">
                  <a:lumMod val="50000"/>
                </a:schemeClr>
              </a:solidFill>
            </a:rPr>
            <a:t>3.</a:t>
          </a:r>
          <a:r>
            <a:rPr lang="zh-CN" altLang="en-US" sz="1200" kern="1200" dirty="0">
              <a:solidFill>
                <a:schemeClr val="accent6">
                  <a:lumMod val="50000"/>
                </a:schemeClr>
              </a:solidFill>
            </a:rPr>
            <a:t>什么是相对平衡？</a:t>
          </a:r>
        </a:p>
      </dsp:txBody>
      <dsp:txXfrm>
        <a:off x="349417" y="1332461"/>
        <a:ext cx="4730453" cy="186466"/>
      </dsp:txXfrm>
    </dsp:sp>
    <dsp:sp modelId="{5DC0A892-EA02-4EB7-8150-6BF9A489B0CD}">
      <dsp:nvSpPr>
        <dsp:cNvPr id="0" name=""/>
        <dsp:cNvSpPr/>
      </dsp:nvSpPr>
      <dsp:spPr>
        <a:xfrm>
          <a:off x="0" y="2581114"/>
          <a:ext cx="6786610" cy="904049"/>
        </a:xfrm>
        <a:prstGeom prst="rect">
          <a:avLst/>
        </a:prstGeom>
        <a:solidFill>
          <a:schemeClr val="lt1">
            <a:alpha val="90000"/>
            <a:hueOff val="0"/>
            <a:satOff val="0"/>
            <a:lumOff val="0"/>
            <a:alphaOff val="0"/>
          </a:schemeClr>
        </a:solidFill>
        <a:ln w="25400" cap="flat" cmpd="sng" algn="ctr">
          <a:solidFill>
            <a:schemeClr val="accent6">
              <a:shade val="50000"/>
              <a:hueOff val="-308150"/>
              <a:satOff val="7419"/>
              <a:lumOff val="333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6716" tIns="145796" rIns="526716" bIns="71120" numCol="1" spcCol="1270" anchor="t" anchorCtr="0">
          <a:noAutofit/>
        </a:bodyPr>
        <a:lstStyle/>
        <a:p>
          <a:pPr marL="57150" lvl="1" indent="-57150" algn="l" defTabSz="444500">
            <a:lnSpc>
              <a:spcPct val="90000"/>
            </a:lnSpc>
            <a:spcBef>
              <a:spcPct val="0"/>
            </a:spcBef>
            <a:spcAft>
              <a:spcPct val="15000"/>
            </a:spcAft>
            <a:buChar char="•"/>
          </a:pPr>
          <a:r>
            <a:rPr lang="en-US" altLang="zh-CN" sz="1000" kern="1200" dirty="0"/>
            <a:t>1.</a:t>
          </a:r>
          <a:r>
            <a:rPr lang="zh-CN" altLang="en-US" sz="1000" kern="1200" dirty="0"/>
            <a:t>角色总属性（裸装属性及其它系统带来的角色属性加成）；</a:t>
          </a:r>
        </a:p>
        <a:p>
          <a:pPr marL="57150" lvl="1" indent="-57150" algn="l" defTabSz="444500">
            <a:lnSpc>
              <a:spcPct val="90000"/>
            </a:lnSpc>
            <a:spcBef>
              <a:spcPct val="0"/>
            </a:spcBef>
            <a:spcAft>
              <a:spcPct val="15000"/>
            </a:spcAft>
            <a:buChar char="•"/>
          </a:pPr>
          <a:r>
            <a:rPr lang="en-US" altLang="zh-CN" sz="1000" kern="1200" dirty="0"/>
            <a:t>2.</a:t>
          </a:r>
          <a:r>
            <a:rPr lang="zh-CN" altLang="en-US" sz="1000" kern="1200" dirty="0"/>
            <a:t>角色技能；</a:t>
          </a:r>
        </a:p>
        <a:p>
          <a:pPr marL="57150" lvl="1" indent="-57150" algn="l" defTabSz="444500">
            <a:lnSpc>
              <a:spcPct val="90000"/>
            </a:lnSpc>
            <a:spcBef>
              <a:spcPct val="0"/>
            </a:spcBef>
            <a:spcAft>
              <a:spcPct val="15000"/>
            </a:spcAft>
            <a:buChar char="•"/>
          </a:pPr>
          <a:r>
            <a:rPr lang="en-US" altLang="zh-CN" sz="1000" kern="1200" dirty="0"/>
            <a:t>3.</a:t>
          </a:r>
          <a:r>
            <a:rPr lang="zh-CN" altLang="en-US" sz="1000" kern="1200" dirty="0"/>
            <a:t>战斗道具；</a:t>
          </a:r>
        </a:p>
        <a:p>
          <a:pPr marL="57150" lvl="1" indent="-57150" algn="l" defTabSz="444500">
            <a:lnSpc>
              <a:spcPct val="90000"/>
            </a:lnSpc>
            <a:spcBef>
              <a:spcPct val="0"/>
            </a:spcBef>
            <a:spcAft>
              <a:spcPct val="15000"/>
            </a:spcAft>
            <a:buChar char="•"/>
          </a:pPr>
          <a:r>
            <a:rPr lang="en-US" altLang="zh-CN" sz="1000" kern="1200" dirty="0"/>
            <a:t>4.</a:t>
          </a:r>
          <a:r>
            <a:rPr lang="zh-CN" altLang="en-US" sz="1000" kern="1200" dirty="0"/>
            <a:t>概率属性影响。</a:t>
          </a:r>
        </a:p>
      </dsp:txBody>
      <dsp:txXfrm>
        <a:off x="0" y="2581114"/>
        <a:ext cx="6786610" cy="904049"/>
      </dsp:txXfrm>
    </dsp:sp>
    <dsp:sp modelId="{5A669808-43AC-488B-ABBA-EEA391D80730}">
      <dsp:nvSpPr>
        <dsp:cNvPr id="0" name=""/>
        <dsp:cNvSpPr/>
      </dsp:nvSpPr>
      <dsp:spPr>
        <a:xfrm>
          <a:off x="339330" y="2477794"/>
          <a:ext cx="4750627" cy="206640"/>
        </a:xfrm>
        <a:prstGeom prst="roundRect">
          <a:avLst/>
        </a:prstGeom>
        <a:solidFill>
          <a:schemeClr val="accent6">
            <a:lumMod val="60000"/>
            <a:lumOff val="40000"/>
          </a:schemeClr>
        </a:solidFill>
        <a:ln w="25400" cap="flat" cmpd="sng" algn="ctr">
          <a:solidFill>
            <a:schemeClr val="accent6">
              <a:lumMod val="75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179562" tIns="0" rIns="179562" bIns="0" numCol="1" spcCol="1270" anchor="ctr" anchorCtr="0">
          <a:noAutofit/>
        </a:bodyPr>
        <a:lstStyle/>
        <a:p>
          <a:pPr marL="0" lvl="0" indent="0" algn="l" defTabSz="533400">
            <a:lnSpc>
              <a:spcPct val="90000"/>
            </a:lnSpc>
            <a:spcBef>
              <a:spcPct val="0"/>
            </a:spcBef>
            <a:spcAft>
              <a:spcPct val="35000"/>
            </a:spcAft>
            <a:buNone/>
          </a:pPr>
          <a:r>
            <a:rPr lang="en-US" altLang="zh-CN" sz="1200" kern="1200" dirty="0">
              <a:solidFill>
                <a:schemeClr val="accent6">
                  <a:lumMod val="50000"/>
                </a:schemeClr>
              </a:solidFill>
            </a:rPr>
            <a:t>4.</a:t>
          </a:r>
          <a:r>
            <a:rPr lang="zh-CN" altLang="en-US" sz="1200" kern="1200" dirty="0">
              <a:solidFill>
                <a:schemeClr val="accent6">
                  <a:lumMod val="50000"/>
                </a:schemeClr>
              </a:solidFill>
            </a:rPr>
            <a:t>影响战斗数值的模块有哪些？（弱化操作影响）</a:t>
          </a:r>
        </a:p>
      </dsp:txBody>
      <dsp:txXfrm>
        <a:off x="349417" y="2487881"/>
        <a:ext cx="4730453" cy="186466"/>
      </dsp:txXfrm>
    </dsp:sp>
    <dsp:sp modelId="{18700C9C-2A3A-4004-89A7-98689BE7E7FB}">
      <dsp:nvSpPr>
        <dsp:cNvPr id="0" name=""/>
        <dsp:cNvSpPr/>
      </dsp:nvSpPr>
      <dsp:spPr>
        <a:xfrm>
          <a:off x="0" y="3626283"/>
          <a:ext cx="6786610" cy="727649"/>
        </a:xfrm>
        <a:prstGeom prst="rect">
          <a:avLst/>
        </a:prstGeom>
        <a:solidFill>
          <a:schemeClr val="lt1">
            <a:alpha val="90000"/>
            <a:hueOff val="0"/>
            <a:satOff val="0"/>
            <a:lumOff val="0"/>
            <a:alphaOff val="0"/>
          </a:schemeClr>
        </a:solidFill>
        <a:ln w="25400" cap="flat" cmpd="sng" algn="ctr">
          <a:solidFill>
            <a:schemeClr val="accent6">
              <a:shade val="50000"/>
              <a:hueOff val="-154075"/>
              <a:satOff val="3710"/>
              <a:lumOff val="1666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6716" tIns="145796" rIns="526716" bIns="71120" numCol="1" spcCol="1270" anchor="t" anchorCtr="0">
          <a:noAutofit/>
        </a:bodyPr>
        <a:lstStyle/>
        <a:p>
          <a:pPr marL="57150" lvl="1" indent="-57150" algn="l" defTabSz="444500">
            <a:lnSpc>
              <a:spcPct val="90000"/>
            </a:lnSpc>
            <a:spcBef>
              <a:spcPct val="0"/>
            </a:spcBef>
            <a:spcAft>
              <a:spcPct val="15000"/>
            </a:spcAft>
            <a:buChar char="•"/>
          </a:pPr>
          <a:r>
            <a:rPr lang="en-US" altLang="zh-CN" sz="1000" kern="1200" dirty="0"/>
            <a:t>1.</a:t>
          </a:r>
          <a:r>
            <a:rPr lang="zh-CN" altLang="en-US" sz="1000" kern="1200" dirty="0"/>
            <a:t>角色等级影响；</a:t>
          </a:r>
        </a:p>
        <a:p>
          <a:pPr marL="57150" lvl="1" indent="-57150" algn="l" defTabSz="444500">
            <a:lnSpc>
              <a:spcPct val="90000"/>
            </a:lnSpc>
            <a:spcBef>
              <a:spcPct val="0"/>
            </a:spcBef>
            <a:spcAft>
              <a:spcPct val="15000"/>
            </a:spcAft>
            <a:buChar char="•"/>
          </a:pPr>
          <a:r>
            <a:rPr lang="en-US" altLang="zh-CN" sz="1000" kern="1200" dirty="0"/>
            <a:t>2.</a:t>
          </a:r>
          <a:r>
            <a:rPr lang="zh-CN" altLang="en-US" sz="1000" kern="1200" dirty="0"/>
            <a:t>各系统带来的属性加成影响；</a:t>
          </a:r>
        </a:p>
        <a:p>
          <a:pPr marL="57150" lvl="1" indent="-57150" algn="l" defTabSz="444500">
            <a:lnSpc>
              <a:spcPct val="90000"/>
            </a:lnSpc>
            <a:spcBef>
              <a:spcPct val="0"/>
            </a:spcBef>
            <a:spcAft>
              <a:spcPct val="15000"/>
            </a:spcAft>
            <a:buChar char="•"/>
          </a:pPr>
          <a:r>
            <a:rPr lang="zh-CN" altLang="en-US" sz="1000" kern="1200" dirty="0"/>
            <a:t>技能的差异归为第</a:t>
          </a:r>
          <a:r>
            <a:rPr lang="en-US" altLang="zh-CN" sz="1000" kern="1200" dirty="0"/>
            <a:t>4</a:t>
          </a:r>
          <a:r>
            <a:rPr lang="zh-CN" altLang="en-US" sz="1000" kern="1200" dirty="0"/>
            <a:t>问中，这里就不管它了。</a:t>
          </a:r>
        </a:p>
      </dsp:txBody>
      <dsp:txXfrm>
        <a:off x="0" y="3626283"/>
        <a:ext cx="6786610" cy="727649"/>
      </dsp:txXfrm>
    </dsp:sp>
    <dsp:sp modelId="{43C0BCA9-B6A4-4B62-9C99-874C7FBF0A96}">
      <dsp:nvSpPr>
        <dsp:cNvPr id="0" name=""/>
        <dsp:cNvSpPr/>
      </dsp:nvSpPr>
      <dsp:spPr>
        <a:xfrm>
          <a:off x="339330" y="3522964"/>
          <a:ext cx="4750627" cy="206640"/>
        </a:xfrm>
        <a:prstGeom prst="roundRect">
          <a:avLst/>
        </a:prstGeom>
        <a:solidFill>
          <a:schemeClr val="accent6">
            <a:lumMod val="60000"/>
            <a:lumOff val="40000"/>
          </a:schemeClr>
        </a:solidFill>
        <a:ln w="25400" cap="flat" cmpd="sng" algn="ctr">
          <a:solidFill>
            <a:schemeClr val="accent6">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562" tIns="0" rIns="179562" bIns="0" numCol="1" spcCol="1270" anchor="ctr" anchorCtr="0">
          <a:noAutofit/>
        </a:bodyPr>
        <a:lstStyle/>
        <a:p>
          <a:pPr marL="0" lvl="0" indent="0" algn="l" defTabSz="533400">
            <a:lnSpc>
              <a:spcPct val="90000"/>
            </a:lnSpc>
            <a:spcBef>
              <a:spcPct val="0"/>
            </a:spcBef>
            <a:spcAft>
              <a:spcPct val="35000"/>
            </a:spcAft>
            <a:buNone/>
          </a:pPr>
          <a:r>
            <a:rPr lang="en-US" altLang="zh-CN" sz="1200" kern="1200" dirty="0">
              <a:solidFill>
                <a:schemeClr val="accent6">
                  <a:lumMod val="50000"/>
                </a:schemeClr>
              </a:solidFill>
            </a:rPr>
            <a:t>5.</a:t>
          </a:r>
          <a:r>
            <a:rPr lang="zh-CN" altLang="en-US" sz="1200" kern="1200" dirty="0">
              <a:solidFill>
                <a:schemeClr val="accent6">
                  <a:lumMod val="50000"/>
                </a:schemeClr>
              </a:solidFill>
            </a:rPr>
            <a:t>玩家行为导致角色出现实际差异的因素？</a:t>
          </a:r>
        </a:p>
      </dsp:txBody>
      <dsp:txXfrm>
        <a:off x="349417" y="3533051"/>
        <a:ext cx="4730453" cy="1864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649D54-D274-4A6A-9F81-B617765E5C30}">
      <dsp:nvSpPr>
        <dsp:cNvPr id="0" name=""/>
        <dsp:cNvSpPr/>
      </dsp:nvSpPr>
      <dsp:spPr>
        <a:xfrm rot="5400000">
          <a:off x="-171667" y="173243"/>
          <a:ext cx="1144452" cy="801116"/>
        </a:xfrm>
        <a:prstGeom prst="chevron">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1</a:t>
          </a:r>
          <a:endParaRPr lang="zh-CN" altLang="en-US" sz="2400" kern="1200" dirty="0"/>
        </a:p>
      </dsp:txBody>
      <dsp:txXfrm rot="-5400000">
        <a:off x="1" y="402133"/>
        <a:ext cx="801116" cy="343336"/>
      </dsp:txXfrm>
    </dsp:sp>
    <dsp:sp modelId="{4E26D2EC-157E-40C2-A91D-CAC2538639A3}">
      <dsp:nvSpPr>
        <dsp:cNvPr id="0" name=""/>
        <dsp:cNvSpPr/>
      </dsp:nvSpPr>
      <dsp:spPr>
        <a:xfrm rot="5400000">
          <a:off x="3267123" y="-2464431"/>
          <a:ext cx="743893" cy="5675907"/>
        </a:xfrm>
        <a:prstGeom prst="round2Same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chemeClr val="accent3">
                  <a:lumMod val="50000"/>
                </a:schemeClr>
              </a:solidFill>
            </a:rPr>
            <a:t>以攻击次数（回合数）来做为衡量理论平衡的核心依据，在有攻速影响的情况下，则需要转换为时间。</a:t>
          </a:r>
        </a:p>
      </dsp:txBody>
      <dsp:txXfrm rot="-5400000">
        <a:off x="801116" y="37890"/>
        <a:ext cx="5639593" cy="671265"/>
      </dsp:txXfrm>
    </dsp:sp>
    <dsp:sp modelId="{6FB7746D-7140-42A8-9DD8-3EB0317D576B}">
      <dsp:nvSpPr>
        <dsp:cNvPr id="0" name=""/>
        <dsp:cNvSpPr/>
      </dsp:nvSpPr>
      <dsp:spPr>
        <a:xfrm rot="5400000">
          <a:off x="-171667" y="1115507"/>
          <a:ext cx="1144452" cy="801116"/>
        </a:xfrm>
        <a:prstGeom prst="chevron">
          <a:avLst/>
        </a:prstGeom>
        <a:solidFill>
          <a:schemeClr val="accent3">
            <a:hueOff val="-1008543"/>
            <a:satOff val="10303"/>
            <a:lumOff val="-4902"/>
            <a:alphaOff val="0"/>
          </a:schemeClr>
        </a:solidFill>
        <a:ln w="25400" cap="flat" cmpd="sng" algn="ctr">
          <a:solidFill>
            <a:schemeClr val="accent3">
              <a:hueOff val="-1008543"/>
              <a:satOff val="10303"/>
              <a:lumOff val="-490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2</a:t>
          </a:r>
          <a:endParaRPr lang="zh-CN" altLang="en-US" sz="2400" kern="1200" dirty="0"/>
        </a:p>
      </dsp:txBody>
      <dsp:txXfrm rot="-5400000">
        <a:off x="1" y="1344397"/>
        <a:ext cx="801116" cy="343336"/>
      </dsp:txXfrm>
    </dsp:sp>
    <dsp:sp modelId="{7B3A4EE1-9BBD-42D6-A4EA-4212216A1992}">
      <dsp:nvSpPr>
        <dsp:cNvPr id="0" name=""/>
        <dsp:cNvSpPr/>
      </dsp:nvSpPr>
      <dsp:spPr>
        <a:xfrm rot="5400000">
          <a:off x="3267123" y="-1522166"/>
          <a:ext cx="743893" cy="5675907"/>
        </a:xfrm>
        <a:prstGeom prst="round2SameRect">
          <a:avLst/>
        </a:prstGeom>
        <a:solidFill>
          <a:schemeClr val="lt1">
            <a:alpha val="90000"/>
            <a:hueOff val="0"/>
            <a:satOff val="0"/>
            <a:lumOff val="0"/>
            <a:alphaOff val="0"/>
          </a:schemeClr>
        </a:solidFill>
        <a:ln w="25400" cap="flat" cmpd="sng" algn="ctr">
          <a:solidFill>
            <a:schemeClr val="accent3">
              <a:hueOff val="-1008543"/>
              <a:satOff val="10303"/>
              <a:lumOff val="-49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chemeClr val="accent1">
                  <a:lumMod val="75000"/>
                </a:schemeClr>
              </a:solidFill>
            </a:rPr>
            <a:t>战斗数值的模块组成：角色属性、技能、道具、概率属性。</a:t>
          </a:r>
        </a:p>
      </dsp:txBody>
      <dsp:txXfrm rot="-5400000">
        <a:off x="801116" y="980155"/>
        <a:ext cx="5639593" cy="671265"/>
      </dsp:txXfrm>
    </dsp:sp>
    <dsp:sp modelId="{A4BAC005-0F73-4083-865C-F54EAEB15642}">
      <dsp:nvSpPr>
        <dsp:cNvPr id="0" name=""/>
        <dsp:cNvSpPr/>
      </dsp:nvSpPr>
      <dsp:spPr>
        <a:xfrm rot="5400000">
          <a:off x="-171667" y="2057772"/>
          <a:ext cx="1144452" cy="801116"/>
        </a:xfrm>
        <a:prstGeom prst="chevron">
          <a:avLst/>
        </a:prstGeom>
        <a:solidFill>
          <a:schemeClr val="accent3">
            <a:hueOff val="-2017086"/>
            <a:satOff val="20606"/>
            <a:lumOff val="-9804"/>
            <a:alphaOff val="0"/>
          </a:schemeClr>
        </a:solidFill>
        <a:ln w="25400" cap="flat" cmpd="sng" algn="ctr">
          <a:solidFill>
            <a:schemeClr val="accent3">
              <a:hueOff val="-2017086"/>
              <a:satOff val="20606"/>
              <a:lumOff val="-980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a:t>3</a:t>
          </a:r>
          <a:endParaRPr lang="zh-CN" altLang="en-US" sz="2400" kern="1200" dirty="0"/>
        </a:p>
      </dsp:txBody>
      <dsp:txXfrm rot="-5400000">
        <a:off x="1" y="2286662"/>
        <a:ext cx="801116" cy="343336"/>
      </dsp:txXfrm>
    </dsp:sp>
    <dsp:sp modelId="{63FA588B-0999-41C6-BC79-27D8C03E9B58}">
      <dsp:nvSpPr>
        <dsp:cNvPr id="0" name=""/>
        <dsp:cNvSpPr/>
      </dsp:nvSpPr>
      <dsp:spPr>
        <a:xfrm rot="5400000">
          <a:off x="3267123" y="-579902"/>
          <a:ext cx="743893" cy="5675907"/>
        </a:xfrm>
        <a:prstGeom prst="round2SameRect">
          <a:avLst/>
        </a:prstGeom>
        <a:solidFill>
          <a:schemeClr val="lt1">
            <a:alpha val="90000"/>
            <a:hueOff val="0"/>
            <a:satOff val="0"/>
            <a:lumOff val="0"/>
            <a:alphaOff val="0"/>
          </a:schemeClr>
        </a:solidFill>
        <a:ln w="25400" cap="flat" cmpd="sng" algn="ctr">
          <a:solidFill>
            <a:schemeClr val="accent3">
              <a:hueOff val="-2017086"/>
              <a:satOff val="20606"/>
              <a:lumOff val="-98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zh-CN" altLang="en-US" sz="1600" kern="1200" dirty="0">
              <a:solidFill>
                <a:schemeClr val="accent4">
                  <a:lumMod val="50000"/>
                </a:schemeClr>
              </a:solidFill>
            </a:rPr>
            <a:t>玩家行为导致的角色实际差异：等级差异、系统差异。</a:t>
          </a:r>
        </a:p>
      </dsp:txBody>
      <dsp:txXfrm rot="-5400000">
        <a:off x="801116" y="1922419"/>
        <a:ext cx="5639593" cy="6712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6E0513-F990-4C75-B315-021954913CBB}">
      <dsp:nvSpPr>
        <dsp:cNvPr id="0" name=""/>
        <dsp:cNvSpPr/>
      </dsp:nvSpPr>
      <dsp:spPr>
        <a:xfrm>
          <a:off x="590820" y="332853"/>
          <a:ext cx="2223549" cy="2223549"/>
        </a:xfrm>
        <a:prstGeom prst="blockArc">
          <a:avLst>
            <a:gd name="adj1" fmla="val 5400000"/>
            <a:gd name="adj2" fmla="val 162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E92CA4-6D65-42E7-B75C-3E94CB2B954D}">
      <dsp:nvSpPr>
        <dsp:cNvPr id="0" name=""/>
        <dsp:cNvSpPr/>
      </dsp:nvSpPr>
      <dsp:spPr>
        <a:xfrm>
          <a:off x="633979" y="332853"/>
          <a:ext cx="2223549" cy="2223549"/>
        </a:xfrm>
        <a:prstGeom prst="blockArc">
          <a:avLst>
            <a:gd name="adj1" fmla="val 16200000"/>
            <a:gd name="adj2" fmla="val 54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420EB3-8235-4314-B6F8-6D71A8CAE667}">
      <dsp:nvSpPr>
        <dsp:cNvPr id="0" name=""/>
        <dsp:cNvSpPr/>
      </dsp:nvSpPr>
      <dsp:spPr>
        <a:xfrm>
          <a:off x="1190486" y="932519"/>
          <a:ext cx="1024217" cy="1024217"/>
        </a:xfrm>
        <a:prstGeom prst="ellipse">
          <a:avLst/>
        </a:prstGeom>
        <a:solidFill>
          <a:schemeClr val="accent5">
            <a:lumMod val="75000"/>
          </a:schemeClr>
        </a:solidFill>
        <a:ln w="25400" cap="flat" cmpd="sng" algn="ctr">
          <a:solidFill>
            <a:schemeClr val="accent5">
              <a:lumMod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属性模块</a:t>
          </a:r>
        </a:p>
      </dsp:txBody>
      <dsp:txXfrm>
        <a:off x="1340479" y="1082512"/>
        <a:ext cx="724231" cy="724231"/>
      </dsp:txXfrm>
    </dsp:sp>
    <dsp:sp modelId="{542C8181-1D78-4FC1-9843-07A08F9B0EA4}">
      <dsp:nvSpPr>
        <dsp:cNvPr id="0" name=""/>
        <dsp:cNvSpPr/>
      </dsp:nvSpPr>
      <dsp:spPr>
        <a:xfrm>
          <a:off x="1344118" y="187"/>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t>角色裸装属性</a:t>
          </a:r>
        </a:p>
      </dsp:txBody>
      <dsp:txXfrm>
        <a:off x="1449113" y="105182"/>
        <a:ext cx="506962" cy="506962"/>
      </dsp:txXfrm>
    </dsp:sp>
    <dsp:sp modelId="{8360725E-A13C-4F55-843F-B1C6403C1110}">
      <dsp:nvSpPr>
        <dsp:cNvPr id="0" name=""/>
        <dsp:cNvSpPr/>
      </dsp:nvSpPr>
      <dsp:spPr>
        <a:xfrm>
          <a:off x="1344118" y="2172116"/>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t>其它系统加成属性</a:t>
          </a:r>
          <a:endParaRPr lang="en-US" altLang="zh-CN" sz="1000" kern="1200" dirty="0"/>
        </a:p>
      </dsp:txBody>
      <dsp:txXfrm>
        <a:off x="1449113" y="2277111"/>
        <a:ext cx="506962" cy="5069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B3AC8-A089-4811-A6CA-1B014E0B3547}">
      <dsp:nvSpPr>
        <dsp:cNvPr id="0" name=""/>
        <dsp:cNvSpPr/>
      </dsp:nvSpPr>
      <dsp:spPr>
        <a:xfrm>
          <a:off x="590820" y="332853"/>
          <a:ext cx="2223549" cy="2223549"/>
        </a:xfrm>
        <a:prstGeom prst="blockArc">
          <a:avLst>
            <a:gd name="adj1" fmla="val 10800000"/>
            <a:gd name="adj2" fmla="val 162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5B7F2EC-078E-4137-9A78-E8AAD44C2DBC}">
      <dsp:nvSpPr>
        <dsp:cNvPr id="0" name=""/>
        <dsp:cNvSpPr/>
      </dsp:nvSpPr>
      <dsp:spPr>
        <a:xfrm>
          <a:off x="590820" y="332853"/>
          <a:ext cx="2223549" cy="2223549"/>
        </a:xfrm>
        <a:prstGeom prst="blockArc">
          <a:avLst>
            <a:gd name="adj1" fmla="val 5400000"/>
            <a:gd name="adj2" fmla="val 108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56E0513-F990-4C75-B315-021954913CBB}">
      <dsp:nvSpPr>
        <dsp:cNvPr id="0" name=""/>
        <dsp:cNvSpPr/>
      </dsp:nvSpPr>
      <dsp:spPr>
        <a:xfrm>
          <a:off x="590820" y="332853"/>
          <a:ext cx="2223549" cy="2223549"/>
        </a:xfrm>
        <a:prstGeom prst="blockArc">
          <a:avLst>
            <a:gd name="adj1" fmla="val 0"/>
            <a:gd name="adj2" fmla="val 54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E92CA4-6D65-42E7-B75C-3E94CB2B954D}">
      <dsp:nvSpPr>
        <dsp:cNvPr id="0" name=""/>
        <dsp:cNvSpPr/>
      </dsp:nvSpPr>
      <dsp:spPr>
        <a:xfrm>
          <a:off x="633979" y="332853"/>
          <a:ext cx="2223549" cy="2223549"/>
        </a:xfrm>
        <a:prstGeom prst="blockArc">
          <a:avLst>
            <a:gd name="adj1" fmla="val 16200000"/>
            <a:gd name="adj2" fmla="val 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420EB3-8235-4314-B6F8-6D71A8CAE667}">
      <dsp:nvSpPr>
        <dsp:cNvPr id="0" name=""/>
        <dsp:cNvSpPr/>
      </dsp:nvSpPr>
      <dsp:spPr>
        <a:xfrm>
          <a:off x="1190486" y="932519"/>
          <a:ext cx="1024217" cy="1024217"/>
        </a:xfrm>
        <a:prstGeom prst="ellipse">
          <a:avLst/>
        </a:prstGeom>
        <a:solidFill>
          <a:schemeClr val="accent5">
            <a:lumMod val="75000"/>
          </a:schemeClr>
        </a:solidFill>
        <a:ln w="25400" cap="flat" cmpd="sng" algn="ctr">
          <a:solidFill>
            <a:schemeClr val="accent5">
              <a:lumMod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战斗数值</a:t>
          </a:r>
        </a:p>
      </dsp:txBody>
      <dsp:txXfrm>
        <a:off x="1340479" y="1082512"/>
        <a:ext cx="724231" cy="724231"/>
      </dsp:txXfrm>
    </dsp:sp>
    <dsp:sp modelId="{542C8181-1D78-4FC1-9843-07A08F9B0EA4}">
      <dsp:nvSpPr>
        <dsp:cNvPr id="0" name=""/>
        <dsp:cNvSpPr/>
      </dsp:nvSpPr>
      <dsp:spPr>
        <a:xfrm>
          <a:off x="1344118" y="187"/>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属性模块</a:t>
          </a:r>
        </a:p>
      </dsp:txBody>
      <dsp:txXfrm>
        <a:off x="1449113" y="105182"/>
        <a:ext cx="506962" cy="506962"/>
      </dsp:txXfrm>
    </dsp:sp>
    <dsp:sp modelId="{8360725E-A13C-4F55-843F-B1C6403C1110}">
      <dsp:nvSpPr>
        <dsp:cNvPr id="0" name=""/>
        <dsp:cNvSpPr/>
      </dsp:nvSpPr>
      <dsp:spPr>
        <a:xfrm>
          <a:off x="2430083" y="1086151"/>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技能模块</a:t>
          </a:r>
          <a:endParaRPr lang="en-US" altLang="zh-CN" sz="1500" kern="1200" dirty="0"/>
        </a:p>
      </dsp:txBody>
      <dsp:txXfrm>
        <a:off x="2535078" y="1191146"/>
        <a:ext cx="506962" cy="506962"/>
      </dsp:txXfrm>
    </dsp:sp>
    <dsp:sp modelId="{CF1D6370-66E2-4A24-861E-2DB86382BFC1}">
      <dsp:nvSpPr>
        <dsp:cNvPr id="0" name=""/>
        <dsp:cNvSpPr/>
      </dsp:nvSpPr>
      <dsp:spPr>
        <a:xfrm>
          <a:off x="1344118" y="2172116"/>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概率数值</a:t>
          </a:r>
          <a:endParaRPr lang="en-US" altLang="zh-CN" sz="1500" kern="1200" dirty="0"/>
        </a:p>
      </dsp:txBody>
      <dsp:txXfrm>
        <a:off x="1449113" y="2277111"/>
        <a:ext cx="506962" cy="506962"/>
      </dsp:txXfrm>
    </dsp:sp>
    <dsp:sp modelId="{0B58268E-3031-4357-BA7E-E461ABAB90FF}">
      <dsp:nvSpPr>
        <dsp:cNvPr id="0" name=""/>
        <dsp:cNvSpPr/>
      </dsp:nvSpPr>
      <dsp:spPr>
        <a:xfrm>
          <a:off x="258154" y="1086151"/>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道具模块</a:t>
          </a:r>
          <a:endParaRPr lang="en-US" altLang="zh-CN" sz="1500" kern="1200" dirty="0"/>
        </a:p>
      </dsp:txBody>
      <dsp:txXfrm>
        <a:off x="363149" y="1191146"/>
        <a:ext cx="506962" cy="5069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ADE74-71B1-4B2E-A1E9-1BBBAB442AC5}">
      <dsp:nvSpPr>
        <dsp:cNvPr id="0" name=""/>
        <dsp:cNvSpPr/>
      </dsp:nvSpPr>
      <dsp:spPr>
        <a:xfrm>
          <a:off x="0" y="70571"/>
          <a:ext cx="6858048" cy="112902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2261" tIns="156960" rIns="532261" bIns="113792" numCol="1" spcCol="1270" anchor="t" anchorCtr="0">
          <a:noAutofit/>
        </a:bodyPr>
        <a:lstStyle/>
        <a:p>
          <a:pPr marL="171450" lvl="1" indent="-171450" algn="l" defTabSz="711200">
            <a:lnSpc>
              <a:spcPct val="90000"/>
            </a:lnSpc>
            <a:spcBef>
              <a:spcPct val="0"/>
            </a:spcBef>
            <a:spcAft>
              <a:spcPct val="15000"/>
            </a:spcAft>
            <a:buChar char="•"/>
          </a:pPr>
          <a:r>
            <a:rPr lang="en-US" altLang="zh-CN" sz="1600" kern="1200" dirty="0">
              <a:solidFill>
                <a:schemeClr val="accent6">
                  <a:lumMod val="50000"/>
                </a:schemeClr>
              </a:solidFill>
              <a:latin typeface="DFKai-SB" pitchFamily="65" charset="-120"/>
              <a:ea typeface="DFKai-SB" pitchFamily="65" charset="-120"/>
            </a:rPr>
            <a:t>C</a:t>
          </a:r>
          <a:r>
            <a:rPr lang="zh-CN" altLang="en-US" sz="1600" kern="1200" dirty="0">
              <a:solidFill>
                <a:schemeClr val="accent6">
                  <a:lumMod val="50000"/>
                </a:schemeClr>
              </a:solidFill>
              <a:latin typeface="DFKai-SB" pitchFamily="65" charset="-120"/>
              <a:ea typeface="DFKai-SB" pitchFamily="65" charset="-120"/>
            </a:rPr>
            <a:t>为总生命，</a:t>
          </a:r>
          <a:r>
            <a:rPr lang="en-US" altLang="zh-CN" sz="1600" kern="1200" dirty="0">
              <a:solidFill>
                <a:schemeClr val="accent6">
                  <a:lumMod val="50000"/>
                </a:schemeClr>
              </a:solidFill>
              <a:latin typeface="DFKai-SB" pitchFamily="65" charset="-120"/>
              <a:ea typeface="DFKai-SB" pitchFamily="65" charset="-120"/>
            </a:rPr>
            <a:t>A</a:t>
          </a:r>
          <a:r>
            <a:rPr lang="zh-CN" altLang="en-US" sz="1600" kern="1200" dirty="0">
              <a:solidFill>
                <a:schemeClr val="accent6">
                  <a:lumMod val="50000"/>
                </a:schemeClr>
              </a:solidFill>
              <a:latin typeface="DFKai-SB" pitchFamily="65" charset="-120"/>
              <a:ea typeface="DFKai-SB" pitchFamily="65" charset="-120"/>
            </a:rPr>
            <a:t>为总攻击，</a:t>
          </a:r>
          <a:r>
            <a:rPr lang="en-US" altLang="zh-CN" sz="1600" kern="1200" dirty="0">
              <a:solidFill>
                <a:schemeClr val="accent6">
                  <a:lumMod val="50000"/>
                </a:schemeClr>
              </a:solidFill>
              <a:latin typeface="DFKai-SB" pitchFamily="65" charset="-120"/>
              <a:ea typeface="DFKai-SB" pitchFamily="65" charset="-120"/>
            </a:rPr>
            <a:t>B</a:t>
          </a:r>
          <a:r>
            <a:rPr lang="zh-CN" altLang="en-US" sz="1600" kern="1200" dirty="0">
              <a:solidFill>
                <a:schemeClr val="accent6">
                  <a:lumMod val="50000"/>
                </a:schemeClr>
              </a:solidFill>
              <a:latin typeface="DFKai-SB" pitchFamily="65" charset="-120"/>
              <a:ea typeface="DFKai-SB" pitchFamily="65" charset="-120"/>
            </a:rPr>
            <a:t>为总防御；</a:t>
          </a:r>
        </a:p>
        <a:p>
          <a:pPr marL="171450" lvl="1" indent="-171450" algn="l" defTabSz="711200">
            <a:lnSpc>
              <a:spcPct val="90000"/>
            </a:lnSpc>
            <a:spcBef>
              <a:spcPct val="0"/>
            </a:spcBef>
            <a:spcAft>
              <a:spcPct val="15000"/>
            </a:spcAft>
            <a:buChar char="•"/>
          </a:pPr>
          <a:r>
            <a:rPr lang="zh-CN" altLang="en-US" sz="1600" kern="1200" dirty="0">
              <a:solidFill>
                <a:schemeClr val="accent6">
                  <a:lumMod val="50000"/>
                </a:schemeClr>
              </a:solidFill>
              <a:latin typeface="DFKai-SB" pitchFamily="65" charset="-120"/>
              <a:ea typeface="DFKai-SB" pitchFamily="65" charset="-120"/>
            </a:rPr>
            <a:t>将所有影响上述属性的系统进行权重分配，相同系统的值代入公式</a:t>
          </a:r>
          <a:r>
            <a:rPr lang="en-US" altLang="zh-CN" sz="1600" kern="1200" dirty="0">
              <a:solidFill>
                <a:schemeClr val="accent6">
                  <a:lumMod val="50000"/>
                </a:schemeClr>
              </a:solidFill>
              <a:latin typeface="DFKai-SB" pitchFamily="65" charset="-120"/>
              <a:ea typeface="DFKai-SB" pitchFamily="65" charset="-120"/>
            </a:rPr>
            <a:t>C/(A-B)</a:t>
          </a:r>
          <a:r>
            <a:rPr lang="zh-CN" altLang="en-US" sz="1600" kern="1200" dirty="0">
              <a:solidFill>
                <a:schemeClr val="accent6">
                  <a:lumMod val="50000"/>
                </a:schemeClr>
              </a:solidFill>
              <a:latin typeface="DFKai-SB" pitchFamily="65" charset="-120"/>
              <a:ea typeface="DFKai-SB" pitchFamily="65" charset="-120"/>
            </a:rPr>
            <a:t>中，结果（回合数）依然不变。</a:t>
          </a:r>
        </a:p>
      </dsp:txBody>
      <dsp:txXfrm>
        <a:off x="0" y="70571"/>
        <a:ext cx="6858048" cy="1129020"/>
      </dsp:txXfrm>
    </dsp:sp>
    <dsp:sp modelId="{6CD330E4-3345-4D66-8A42-9D7EE33582F0}">
      <dsp:nvSpPr>
        <dsp:cNvPr id="0" name=""/>
        <dsp:cNvSpPr/>
      </dsp:nvSpPr>
      <dsp:spPr>
        <a:xfrm>
          <a:off x="342902" y="2748"/>
          <a:ext cx="4800633" cy="135647"/>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53" tIns="0" rIns="181453" bIns="0" numCol="1" spcCol="1270" anchor="ctr" anchorCtr="0">
          <a:noAutofit/>
        </a:bodyPr>
        <a:lstStyle/>
        <a:p>
          <a:pPr marL="0" lvl="0" indent="0" algn="l" defTabSz="711200">
            <a:lnSpc>
              <a:spcPct val="90000"/>
            </a:lnSpc>
            <a:spcBef>
              <a:spcPct val="0"/>
            </a:spcBef>
            <a:spcAft>
              <a:spcPct val="35000"/>
            </a:spcAft>
            <a:buNone/>
          </a:pPr>
          <a:r>
            <a:rPr lang="zh-CN" altLang="en-US" sz="1600" kern="1200" dirty="0"/>
            <a:t>倍数（各系统权重）</a:t>
          </a:r>
        </a:p>
      </dsp:txBody>
      <dsp:txXfrm>
        <a:off x="349524" y="9370"/>
        <a:ext cx="4787389" cy="122403"/>
      </dsp:txXfrm>
    </dsp:sp>
    <dsp:sp modelId="{EB0921E4-3578-47A7-8BC6-BB7247B45768}">
      <dsp:nvSpPr>
        <dsp:cNvPr id="0" name=""/>
        <dsp:cNvSpPr/>
      </dsp:nvSpPr>
      <dsp:spPr>
        <a:xfrm>
          <a:off x="0" y="1292229"/>
          <a:ext cx="6858048" cy="1765903"/>
        </a:xfrm>
        <a:prstGeom prst="rect">
          <a:avLst/>
        </a:prstGeom>
        <a:solidFill>
          <a:schemeClr val="lt1">
            <a:alpha val="90000"/>
            <a:hueOff val="0"/>
            <a:satOff val="0"/>
            <a:lumOff val="0"/>
            <a:alphaOff val="0"/>
          </a:schemeClr>
        </a:solidFill>
        <a:ln w="25400" cap="flat" cmpd="sng" algn="ctr">
          <a:solidFill>
            <a:schemeClr val="accent3">
              <a:hueOff val="-1008543"/>
              <a:satOff val="10303"/>
              <a:lumOff val="-49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2261" tIns="156960" rIns="532261" bIns="113792"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solidFill>
                <a:schemeClr val="accent6">
                  <a:lumMod val="50000"/>
                </a:schemeClr>
              </a:solidFill>
              <a:latin typeface="DFKai-SB" pitchFamily="65" charset="-120"/>
              <a:ea typeface="DFKai-SB" pitchFamily="65" charset="-120"/>
            </a:rPr>
            <a:t>各系统中每个属性的成长</a:t>
          </a:r>
          <a:r>
            <a:rPr lang="en-US" altLang="zh-CN" sz="1600" kern="1200" dirty="0">
              <a:solidFill>
                <a:schemeClr val="accent6">
                  <a:lumMod val="50000"/>
                </a:schemeClr>
              </a:solidFill>
              <a:latin typeface="DFKai-SB" pitchFamily="65" charset="-120"/>
              <a:ea typeface="DFKai-SB" pitchFamily="65" charset="-120"/>
            </a:rPr>
            <a:t>=</a:t>
          </a:r>
          <a:r>
            <a:rPr lang="zh-CN" altLang="en-US" sz="1600" kern="1200" dirty="0">
              <a:solidFill>
                <a:schemeClr val="accent6">
                  <a:lumMod val="50000"/>
                </a:schemeClr>
              </a:solidFill>
              <a:latin typeface="DFKai-SB" pitchFamily="65" charset="-120"/>
              <a:ea typeface="DFKai-SB" pitchFamily="65" charset="-120"/>
            </a:rPr>
            <a:t>单属性总成长</a:t>
          </a:r>
          <a:r>
            <a:rPr lang="en-US" altLang="zh-CN" sz="1600" kern="1200" dirty="0">
              <a:solidFill>
                <a:schemeClr val="accent6">
                  <a:lumMod val="50000"/>
                </a:schemeClr>
              </a:solidFill>
              <a:latin typeface="DFKai-SB" pitchFamily="65" charset="-120"/>
              <a:ea typeface="DFKai-SB" pitchFamily="65" charset="-120"/>
            </a:rPr>
            <a:t>*</a:t>
          </a:r>
          <a:r>
            <a:rPr lang="zh-CN" altLang="en-US" sz="1600" kern="1200" dirty="0">
              <a:solidFill>
                <a:schemeClr val="accent6">
                  <a:lumMod val="50000"/>
                </a:schemeClr>
              </a:solidFill>
              <a:latin typeface="DFKai-SB" pitchFamily="65" charset="-120"/>
              <a:ea typeface="DFKai-SB" pitchFamily="65" charset="-120"/>
            </a:rPr>
            <a:t>各系统权重；</a:t>
          </a:r>
        </a:p>
        <a:p>
          <a:pPr marL="171450" lvl="1" indent="-171450" algn="l" defTabSz="711200">
            <a:lnSpc>
              <a:spcPct val="90000"/>
            </a:lnSpc>
            <a:spcBef>
              <a:spcPct val="0"/>
            </a:spcBef>
            <a:spcAft>
              <a:spcPct val="15000"/>
            </a:spcAft>
            <a:buChar char="•"/>
          </a:pPr>
          <a:r>
            <a:rPr lang="zh-CN" altLang="en-US" sz="1600" kern="1200" dirty="0">
              <a:solidFill>
                <a:schemeClr val="accent6">
                  <a:lumMod val="50000"/>
                </a:schemeClr>
              </a:solidFill>
              <a:latin typeface="DFKai-SB" pitchFamily="65" charset="-120"/>
              <a:ea typeface="DFKai-SB" pitchFamily="65" charset="-120"/>
            </a:rPr>
            <a:t>每个属性的总成长可以为常量，其中，总生命成长：总攻击成长：总防御成长</a:t>
          </a:r>
          <a:r>
            <a:rPr lang="en-US" altLang="zh-CN" sz="1600" kern="1200" dirty="0">
              <a:solidFill>
                <a:schemeClr val="accent6">
                  <a:lumMod val="50000"/>
                </a:schemeClr>
              </a:solidFill>
              <a:latin typeface="DFKai-SB" pitchFamily="65" charset="-120"/>
              <a:ea typeface="DFKai-SB" pitchFamily="65" charset="-120"/>
            </a:rPr>
            <a:t>=</a:t>
          </a:r>
          <a:r>
            <a:rPr lang="zh-CN" altLang="en-US" sz="1600" kern="1200" dirty="0">
              <a:solidFill>
                <a:schemeClr val="accent6">
                  <a:lumMod val="50000"/>
                </a:schemeClr>
              </a:solidFill>
              <a:latin typeface="DFKai-SB" pitchFamily="65" charset="-120"/>
              <a:ea typeface="DFKai-SB" pitchFamily="65" charset="-120"/>
            </a:rPr>
            <a:t>总初始生命：总初始攻击：总初始防御</a:t>
          </a:r>
        </a:p>
        <a:p>
          <a:pPr marL="171450" lvl="1" indent="-171450" algn="l" defTabSz="711200">
            <a:lnSpc>
              <a:spcPct val="90000"/>
            </a:lnSpc>
            <a:spcBef>
              <a:spcPct val="0"/>
            </a:spcBef>
            <a:spcAft>
              <a:spcPct val="15000"/>
            </a:spcAft>
            <a:buChar char="•"/>
          </a:pPr>
          <a:r>
            <a:rPr lang="zh-CN" altLang="en-US" sz="1600" kern="1200" dirty="0">
              <a:solidFill>
                <a:schemeClr val="accent6">
                  <a:lumMod val="50000"/>
                </a:schemeClr>
              </a:solidFill>
              <a:latin typeface="DFKai-SB" pitchFamily="65" charset="-120"/>
              <a:ea typeface="DFKai-SB" pitchFamily="65" charset="-120"/>
            </a:rPr>
            <a:t>以角色等级为变量，那么在相同系统（单个或多个）、相同等级的情况下，结果（回合数）依然不变。</a:t>
          </a:r>
        </a:p>
      </dsp:txBody>
      <dsp:txXfrm>
        <a:off x="0" y="1292229"/>
        <a:ext cx="6858048" cy="1765903"/>
      </dsp:txXfrm>
    </dsp:sp>
    <dsp:sp modelId="{8DE1F4A1-8D2F-488B-B15D-3D98DCD37A08}">
      <dsp:nvSpPr>
        <dsp:cNvPr id="0" name=""/>
        <dsp:cNvSpPr/>
      </dsp:nvSpPr>
      <dsp:spPr>
        <a:xfrm>
          <a:off x="342902" y="1224405"/>
          <a:ext cx="4800633" cy="135647"/>
        </a:xfrm>
        <a:prstGeom prst="roundRect">
          <a:avLst/>
        </a:prstGeom>
        <a:solidFill>
          <a:schemeClr val="accent3">
            <a:hueOff val="-1008543"/>
            <a:satOff val="10303"/>
            <a:lumOff val="-4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53" tIns="0" rIns="181453" bIns="0" numCol="1" spcCol="1270" anchor="ctr" anchorCtr="0">
          <a:noAutofit/>
        </a:bodyPr>
        <a:lstStyle/>
        <a:p>
          <a:pPr marL="0" lvl="0" indent="0" algn="l" defTabSz="711200">
            <a:lnSpc>
              <a:spcPct val="90000"/>
            </a:lnSpc>
            <a:spcBef>
              <a:spcPct val="0"/>
            </a:spcBef>
            <a:spcAft>
              <a:spcPct val="35000"/>
            </a:spcAft>
            <a:buNone/>
          </a:pPr>
          <a:r>
            <a:rPr lang="zh-CN" altLang="en-US" sz="1600" kern="1200" dirty="0"/>
            <a:t>等差（各系统成长）</a:t>
          </a:r>
        </a:p>
      </dsp:txBody>
      <dsp:txXfrm>
        <a:off x="349524" y="1231027"/>
        <a:ext cx="4787389" cy="122403"/>
      </dsp:txXfrm>
    </dsp:sp>
    <dsp:sp modelId="{2A8BF67C-A882-4D76-9E80-F94A935AC105}">
      <dsp:nvSpPr>
        <dsp:cNvPr id="0" name=""/>
        <dsp:cNvSpPr/>
      </dsp:nvSpPr>
      <dsp:spPr>
        <a:xfrm>
          <a:off x="0" y="3150771"/>
          <a:ext cx="6858048" cy="1418512"/>
        </a:xfrm>
        <a:prstGeom prst="rect">
          <a:avLst/>
        </a:prstGeom>
        <a:solidFill>
          <a:schemeClr val="lt1">
            <a:alpha val="90000"/>
            <a:hueOff val="0"/>
            <a:satOff val="0"/>
            <a:lumOff val="0"/>
            <a:alphaOff val="0"/>
          </a:schemeClr>
        </a:solidFill>
        <a:ln w="25400" cap="flat" cmpd="sng" algn="ctr">
          <a:solidFill>
            <a:schemeClr val="accent3">
              <a:hueOff val="-2017086"/>
              <a:satOff val="20606"/>
              <a:lumOff val="-98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2261" tIns="156960" rIns="532261" bIns="113792"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solidFill>
                <a:schemeClr val="accent6">
                  <a:lumMod val="50000"/>
                </a:schemeClr>
              </a:solidFill>
              <a:latin typeface="DFKai-SB" pitchFamily="65" charset="-120"/>
              <a:ea typeface="DFKai-SB" pitchFamily="65" charset="-120"/>
            </a:rPr>
            <a:t>系统分配权重是最常用的作法，在适用的伤害公式中，等差成长是最简单快捷的。</a:t>
          </a:r>
        </a:p>
        <a:p>
          <a:pPr marL="171450" lvl="1" indent="-171450" algn="l" defTabSz="711200">
            <a:lnSpc>
              <a:spcPct val="90000"/>
            </a:lnSpc>
            <a:spcBef>
              <a:spcPct val="0"/>
            </a:spcBef>
            <a:spcAft>
              <a:spcPct val="15000"/>
            </a:spcAft>
            <a:buChar char="•"/>
          </a:pPr>
          <a:r>
            <a:rPr lang="zh-CN" altLang="en-US" sz="1600" kern="1200" dirty="0">
              <a:solidFill>
                <a:schemeClr val="accent6">
                  <a:lumMod val="50000"/>
                </a:schemeClr>
              </a:solidFill>
              <a:latin typeface="DFKai-SB" pitchFamily="65" charset="-120"/>
              <a:ea typeface="DFKai-SB" pitchFamily="65" charset="-120"/>
            </a:rPr>
            <a:t>等级不同，系统加成不同导致的具体属性差异会影响多少战斗回合，这是成长数值是否合理的一个衡量点。</a:t>
          </a:r>
        </a:p>
      </dsp:txBody>
      <dsp:txXfrm>
        <a:off x="0" y="3150771"/>
        <a:ext cx="6858048" cy="1418512"/>
      </dsp:txXfrm>
    </dsp:sp>
    <dsp:sp modelId="{1D7F818F-BAF0-450F-8B3E-94F54BAA529F}">
      <dsp:nvSpPr>
        <dsp:cNvPr id="0" name=""/>
        <dsp:cNvSpPr/>
      </dsp:nvSpPr>
      <dsp:spPr>
        <a:xfrm>
          <a:off x="342902" y="3082947"/>
          <a:ext cx="4800633" cy="135647"/>
        </a:xfrm>
        <a:prstGeom prst="roundRect">
          <a:avLst/>
        </a:prstGeom>
        <a:solidFill>
          <a:schemeClr val="accent3">
            <a:hueOff val="-2017086"/>
            <a:satOff val="20606"/>
            <a:lumOff val="-9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1453" tIns="0" rIns="181453" bIns="0" numCol="1" spcCol="1270" anchor="ctr" anchorCtr="0">
          <a:noAutofit/>
        </a:bodyPr>
        <a:lstStyle/>
        <a:p>
          <a:pPr marL="0" lvl="0" indent="0" algn="l" defTabSz="711200">
            <a:lnSpc>
              <a:spcPct val="90000"/>
            </a:lnSpc>
            <a:spcBef>
              <a:spcPct val="0"/>
            </a:spcBef>
            <a:spcAft>
              <a:spcPct val="35000"/>
            </a:spcAft>
            <a:buNone/>
          </a:pPr>
          <a:r>
            <a:rPr lang="zh-CN" altLang="en-US" sz="1600" kern="1200" dirty="0"/>
            <a:t>总结</a:t>
          </a:r>
        </a:p>
      </dsp:txBody>
      <dsp:txXfrm>
        <a:off x="349524" y="3089569"/>
        <a:ext cx="4787389" cy="1224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3A4FA-FA66-43BB-AB43-443858A69E3A}">
      <dsp:nvSpPr>
        <dsp:cNvPr id="0" name=""/>
        <dsp:cNvSpPr/>
      </dsp:nvSpPr>
      <dsp:spPr>
        <a:xfrm>
          <a:off x="819" y="752554"/>
          <a:ext cx="1598460" cy="1598460"/>
        </a:xfrm>
        <a:prstGeom prst="ellipse">
          <a:avLst/>
        </a:prstGeom>
        <a:solidFill>
          <a:schemeClr val="accent4">
            <a:shade val="80000"/>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7969" tIns="20320" rIns="87969"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4">
                  <a:lumMod val="50000"/>
                </a:schemeClr>
              </a:solidFill>
            </a:rPr>
            <a:t>角色等级</a:t>
          </a:r>
        </a:p>
      </dsp:txBody>
      <dsp:txXfrm>
        <a:off x="234908" y="986643"/>
        <a:ext cx="1130282" cy="1130282"/>
      </dsp:txXfrm>
    </dsp:sp>
    <dsp:sp modelId="{F1B7BCEA-3CBE-4429-928A-CDB55B3C376C}">
      <dsp:nvSpPr>
        <dsp:cNvPr id="0" name=""/>
        <dsp:cNvSpPr/>
      </dsp:nvSpPr>
      <dsp:spPr>
        <a:xfrm>
          <a:off x="1279587" y="752554"/>
          <a:ext cx="1598460" cy="1598460"/>
        </a:xfrm>
        <a:prstGeom prst="ellipse">
          <a:avLst/>
        </a:prstGeom>
        <a:solidFill>
          <a:schemeClr val="accent4">
            <a:shade val="80000"/>
            <a:alpha val="50000"/>
            <a:hueOff val="-57809"/>
            <a:satOff val="-365"/>
            <a:lumOff val="61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7969" tIns="20320" rIns="87969"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4">
                  <a:lumMod val="50000"/>
                </a:schemeClr>
              </a:solidFill>
            </a:rPr>
            <a:t>该等级下的</a:t>
          </a:r>
          <a:r>
            <a:rPr lang="zh-CN" altLang="en-US" sz="1600" kern="1200">
              <a:solidFill>
                <a:schemeClr val="accent4">
                  <a:lumMod val="50000"/>
                </a:schemeClr>
              </a:solidFill>
            </a:rPr>
            <a:t>普攻伤害区间</a:t>
          </a:r>
          <a:endParaRPr lang="zh-CN" altLang="en-US" sz="1600" kern="1200" dirty="0">
            <a:solidFill>
              <a:schemeClr val="accent4">
                <a:lumMod val="50000"/>
              </a:schemeClr>
            </a:solidFill>
          </a:endParaRPr>
        </a:p>
      </dsp:txBody>
      <dsp:txXfrm>
        <a:off x="1513676" y="986643"/>
        <a:ext cx="1130282" cy="1130282"/>
      </dsp:txXfrm>
    </dsp:sp>
    <dsp:sp modelId="{CE35FA1A-F22C-4F3E-AA52-375BADCC4C15}">
      <dsp:nvSpPr>
        <dsp:cNvPr id="0" name=""/>
        <dsp:cNvSpPr/>
      </dsp:nvSpPr>
      <dsp:spPr>
        <a:xfrm>
          <a:off x="2558355" y="752554"/>
          <a:ext cx="1598460" cy="1598460"/>
        </a:xfrm>
        <a:prstGeom prst="ellipse">
          <a:avLst/>
        </a:prstGeom>
        <a:solidFill>
          <a:schemeClr val="accent4">
            <a:shade val="80000"/>
            <a:alpha val="50000"/>
            <a:hueOff val="-115619"/>
            <a:satOff val="-730"/>
            <a:lumOff val="122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7969" tIns="20320" rIns="87969"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4">
                  <a:lumMod val="50000"/>
                </a:schemeClr>
              </a:solidFill>
            </a:rPr>
            <a:t>该等级下的标准技能总伤害区间</a:t>
          </a:r>
        </a:p>
      </dsp:txBody>
      <dsp:txXfrm>
        <a:off x="2792444" y="986643"/>
        <a:ext cx="1130282" cy="1130282"/>
      </dsp:txXfrm>
    </dsp:sp>
    <dsp:sp modelId="{F959CD89-CAFF-49D8-B20C-7B8A235DA4B1}">
      <dsp:nvSpPr>
        <dsp:cNvPr id="0" name=""/>
        <dsp:cNvSpPr/>
      </dsp:nvSpPr>
      <dsp:spPr>
        <a:xfrm>
          <a:off x="3837124" y="752554"/>
          <a:ext cx="1598460" cy="1598460"/>
        </a:xfrm>
        <a:prstGeom prst="ellipse">
          <a:avLst/>
        </a:prstGeom>
        <a:solidFill>
          <a:schemeClr val="accent4">
            <a:shade val="80000"/>
            <a:alpha val="50000"/>
            <a:hueOff val="-173428"/>
            <a:satOff val="-1095"/>
            <a:lumOff val="1833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7969" tIns="20320" rIns="87969"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4">
                  <a:lumMod val="50000"/>
                </a:schemeClr>
              </a:solidFill>
            </a:rPr>
            <a:t>该等级下的普攻回合数区间</a:t>
          </a:r>
          <a:endParaRPr lang="en-US" altLang="zh-CN" sz="1600" kern="1200" dirty="0">
            <a:solidFill>
              <a:schemeClr val="accent4">
                <a:lumMod val="50000"/>
              </a:schemeClr>
            </a:solidFill>
          </a:endParaRPr>
        </a:p>
      </dsp:txBody>
      <dsp:txXfrm>
        <a:off x="4071213" y="986643"/>
        <a:ext cx="1130282" cy="1130282"/>
      </dsp:txXfrm>
    </dsp:sp>
    <dsp:sp modelId="{D771A092-2B33-4071-8355-09D88F6FF448}">
      <dsp:nvSpPr>
        <dsp:cNvPr id="0" name=""/>
        <dsp:cNvSpPr/>
      </dsp:nvSpPr>
      <dsp:spPr>
        <a:xfrm>
          <a:off x="5115892" y="752554"/>
          <a:ext cx="1598460" cy="1598460"/>
        </a:xfrm>
        <a:prstGeom prst="ellipse">
          <a:avLst/>
        </a:prstGeom>
        <a:solidFill>
          <a:schemeClr val="accent4">
            <a:shade val="80000"/>
            <a:alpha val="50000"/>
            <a:hueOff val="-231238"/>
            <a:satOff val="-1460"/>
            <a:lumOff val="2444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7969" tIns="20320" rIns="87969"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4">
                  <a:lumMod val="50000"/>
                </a:schemeClr>
              </a:solidFill>
            </a:rPr>
            <a:t>纯技能伤害，需要多少个标准技能</a:t>
          </a:r>
          <a:endParaRPr lang="en-US" altLang="zh-CN" sz="1600" kern="1200" dirty="0">
            <a:solidFill>
              <a:schemeClr val="accent4">
                <a:lumMod val="50000"/>
              </a:schemeClr>
            </a:solidFill>
          </a:endParaRPr>
        </a:p>
      </dsp:txBody>
      <dsp:txXfrm>
        <a:off x="5349981" y="986643"/>
        <a:ext cx="1130282" cy="11302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9FC10-253E-4ADC-A44E-31936303DDC7}">
      <dsp:nvSpPr>
        <dsp:cNvPr id="0" name=""/>
        <dsp:cNvSpPr/>
      </dsp:nvSpPr>
      <dsp:spPr>
        <a:xfrm>
          <a:off x="2158" y="1253"/>
          <a:ext cx="766092" cy="766092"/>
        </a:xfrm>
        <a:prstGeom prst="ellipse">
          <a:avLst/>
        </a:prstGeom>
        <a:solidFill>
          <a:schemeClr val="accent6">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6">
                  <a:lumMod val="50000"/>
                </a:schemeClr>
              </a:solidFill>
            </a:rPr>
            <a:t>普攻时间</a:t>
          </a:r>
        </a:p>
      </dsp:txBody>
      <dsp:txXfrm>
        <a:off x="114350" y="113445"/>
        <a:ext cx="541708" cy="541708"/>
      </dsp:txXfrm>
    </dsp:sp>
    <dsp:sp modelId="{3D3C24EE-C39D-4755-A1F7-E3EFBE233D36}">
      <dsp:nvSpPr>
        <dsp:cNvPr id="0" name=""/>
        <dsp:cNvSpPr/>
      </dsp:nvSpPr>
      <dsp:spPr>
        <a:xfrm>
          <a:off x="163037" y="829552"/>
          <a:ext cx="444333" cy="444333"/>
        </a:xfrm>
        <a:prstGeom prst="mathPlus">
          <a:avLst/>
        </a:prstGeom>
        <a:solidFill>
          <a:schemeClr val="accent6">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solidFill>
              <a:schemeClr val="accent6">
                <a:lumMod val="50000"/>
              </a:schemeClr>
            </a:solidFill>
          </a:endParaRPr>
        </a:p>
      </dsp:txBody>
      <dsp:txXfrm>
        <a:off x="221933" y="999465"/>
        <a:ext cx="326541" cy="104507"/>
      </dsp:txXfrm>
    </dsp:sp>
    <dsp:sp modelId="{9E94D13D-8702-4518-9683-47E35150C73B}">
      <dsp:nvSpPr>
        <dsp:cNvPr id="0" name=""/>
        <dsp:cNvSpPr/>
      </dsp:nvSpPr>
      <dsp:spPr>
        <a:xfrm>
          <a:off x="2158" y="1336092"/>
          <a:ext cx="766092" cy="766092"/>
        </a:xfrm>
        <a:prstGeom prst="ellipse">
          <a:avLst/>
        </a:prstGeom>
        <a:solidFill>
          <a:schemeClr val="accent6">
            <a:shade val="80000"/>
            <a:hueOff val="-155749"/>
            <a:satOff val="4043"/>
            <a:lumOff val="126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6">
                  <a:lumMod val="50000"/>
                </a:schemeClr>
              </a:solidFill>
            </a:rPr>
            <a:t>技能时间</a:t>
          </a:r>
        </a:p>
      </dsp:txBody>
      <dsp:txXfrm>
        <a:off x="114350" y="1448284"/>
        <a:ext cx="541708" cy="541708"/>
      </dsp:txXfrm>
    </dsp:sp>
    <dsp:sp modelId="{FB3412A9-AAB2-4C63-9277-635455B064E8}">
      <dsp:nvSpPr>
        <dsp:cNvPr id="0" name=""/>
        <dsp:cNvSpPr/>
      </dsp:nvSpPr>
      <dsp:spPr>
        <a:xfrm>
          <a:off x="883164" y="909225"/>
          <a:ext cx="243617" cy="284986"/>
        </a:xfrm>
        <a:prstGeom prst="rightArrow">
          <a:avLst>
            <a:gd name="adj1" fmla="val 60000"/>
            <a:gd name="adj2" fmla="val 50000"/>
          </a:avLst>
        </a:prstGeom>
        <a:solidFill>
          <a:schemeClr val="accent6">
            <a:shade val="90000"/>
            <a:hueOff val="-311513"/>
            <a:satOff val="902"/>
            <a:lumOff val="2249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solidFill>
              <a:schemeClr val="accent6">
                <a:lumMod val="50000"/>
              </a:schemeClr>
            </a:solidFill>
          </a:endParaRPr>
        </a:p>
      </dsp:txBody>
      <dsp:txXfrm>
        <a:off x="883164" y="966222"/>
        <a:ext cx="170532" cy="170992"/>
      </dsp:txXfrm>
    </dsp:sp>
    <dsp:sp modelId="{8F5AF3C9-283D-4050-9E1D-99CF1DC5F6C6}">
      <dsp:nvSpPr>
        <dsp:cNvPr id="0" name=""/>
        <dsp:cNvSpPr/>
      </dsp:nvSpPr>
      <dsp:spPr>
        <a:xfrm>
          <a:off x="1227905" y="285626"/>
          <a:ext cx="1532184" cy="1532184"/>
        </a:xfrm>
        <a:prstGeom prst="ellipse">
          <a:avLst/>
        </a:prstGeom>
        <a:solidFill>
          <a:schemeClr val="accent6">
            <a:shade val="80000"/>
            <a:hueOff val="-311498"/>
            <a:satOff val="8085"/>
            <a:lumOff val="253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solidFill>
                <a:schemeClr val="accent6">
                  <a:lumMod val="50000"/>
                </a:schemeClr>
              </a:solidFill>
            </a:rPr>
            <a:t>A</a:t>
          </a:r>
          <a:r>
            <a:rPr lang="zh-CN" altLang="en-US" sz="2200" kern="1200" dirty="0">
              <a:solidFill>
                <a:schemeClr val="accent6">
                  <a:lumMod val="50000"/>
                </a:schemeClr>
              </a:solidFill>
            </a:rPr>
            <a:t>打</a:t>
          </a:r>
          <a:r>
            <a:rPr lang="en-US" altLang="zh-CN" sz="2200" kern="1200" dirty="0">
              <a:solidFill>
                <a:schemeClr val="accent6">
                  <a:lumMod val="50000"/>
                </a:schemeClr>
              </a:solidFill>
            </a:rPr>
            <a:t>B</a:t>
          </a:r>
          <a:r>
            <a:rPr lang="zh-CN" altLang="en-US" sz="2200" kern="1200" dirty="0">
              <a:solidFill>
                <a:schemeClr val="accent6">
                  <a:lumMod val="50000"/>
                </a:schemeClr>
              </a:solidFill>
            </a:rPr>
            <a:t>的最终时间</a:t>
          </a:r>
        </a:p>
      </dsp:txBody>
      <dsp:txXfrm>
        <a:off x="1452288" y="510009"/>
        <a:ext cx="1083418" cy="10834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9FC10-253E-4ADC-A44E-31936303DDC7}">
      <dsp:nvSpPr>
        <dsp:cNvPr id="0" name=""/>
        <dsp:cNvSpPr/>
      </dsp:nvSpPr>
      <dsp:spPr>
        <a:xfrm>
          <a:off x="1993997" y="1253"/>
          <a:ext cx="766092" cy="766092"/>
        </a:xfrm>
        <a:prstGeom prst="ellipse">
          <a:avLst/>
        </a:prstGeom>
        <a:solidFill>
          <a:schemeClr val="accent6">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6">
                  <a:lumMod val="50000"/>
                </a:schemeClr>
              </a:solidFill>
            </a:rPr>
            <a:t>普攻时间</a:t>
          </a:r>
        </a:p>
      </dsp:txBody>
      <dsp:txXfrm>
        <a:off x="2106189" y="113445"/>
        <a:ext cx="541708" cy="541708"/>
      </dsp:txXfrm>
    </dsp:sp>
    <dsp:sp modelId="{3D3C24EE-C39D-4755-A1F7-E3EFBE233D36}">
      <dsp:nvSpPr>
        <dsp:cNvPr id="0" name=""/>
        <dsp:cNvSpPr/>
      </dsp:nvSpPr>
      <dsp:spPr>
        <a:xfrm>
          <a:off x="2154877" y="829552"/>
          <a:ext cx="444333" cy="444333"/>
        </a:xfrm>
        <a:prstGeom prst="mathPlus">
          <a:avLst/>
        </a:prstGeom>
        <a:solidFill>
          <a:schemeClr val="accent6">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zh-CN" altLang="en-US" sz="800" kern="1200">
            <a:solidFill>
              <a:schemeClr val="accent6">
                <a:lumMod val="50000"/>
              </a:schemeClr>
            </a:solidFill>
          </a:endParaRPr>
        </a:p>
      </dsp:txBody>
      <dsp:txXfrm>
        <a:off x="2213773" y="999465"/>
        <a:ext cx="326541" cy="104507"/>
      </dsp:txXfrm>
    </dsp:sp>
    <dsp:sp modelId="{9E94D13D-8702-4518-9683-47E35150C73B}">
      <dsp:nvSpPr>
        <dsp:cNvPr id="0" name=""/>
        <dsp:cNvSpPr/>
      </dsp:nvSpPr>
      <dsp:spPr>
        <a:xfrm>
          <a:off x="1993997" y="1336092"/>
          <a:ext cx="766092" cy="766092"/>
        </a:xfrm>
        <a:prstGeom prst="ellipse">
          <a:avLst/>
        </a:prstGeom>
        <a:solidFill>
          <a:schemeClr val="accent6">
            <a:shade val="80000"/>
            <a:hueOff val="-155749"/>
            <a:satOff val="4043"/>
            <a:lumOff val="126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accent6">
                  <a:lumMod val="50000"/>
                </a:schemeClr>
              </a:solidFill>
            </a:rPr>
            <a:t>技能时间</a:t>
          </a:r>
        </a:p>
      </dsp:txBody>
      <dsp:txXfrm>
        <a:off x="2106189" y="1448284"/>
        <a:ext cx="541708" cy="541708"/>
      </dsp:txXfrm>
    </dsp:sp>
    <dsp:sp modelId="{FB3412A9-AAB2-4C63-9277-635455B064E8}">
      <dsp:nvSpPr>
        <dsp:cNvPr id="0" name=""/>
        <dsp:cNvSpPr/>
      </dsp:nvSpPr>
      <dsp:spPr>
        <a:xfrm rot="10800000">
          <a:off x="1633785" y="909225"/>
          <a:ext cx="244759" cy="284986"/>
        </a:xfrm>
        <a:prstGeom prst="rightArrow">
          <a:avLst>
            <a:gd name="adj1" fmla="val 60000"/>
            <a:gd name="adj2" fmla="val 50000"/>
          </a:avLst>
        </a:prstGeom>
        <a:solidFill>
          <a:schemeClr val="accent6">
            <a:shade val="90000"/>
            <a:hueOff val="-311513"/>
            <a:satOff val="902"/>
            <a:lumOff val="2249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CN" altLang="en-US" sz="1300" kern="1200">
            <a:solidFill>
              <a:schemeClr val="accent6">
                <a:lumMod val="50000"/>
              </a:schemeClr>
            </a:solidFill>
          </a:endParaRPr>
        </a:p>
      </dsp:txBody>
      <dsp:txXfrm rot="10800000">
        <a:off x="1707213" y="966222"/>
        <a:ext cx="171331" cy="170992"/>
      </dsp:txXfrm>
    </dsp:sp>
    <dsp:sp modelId="{8F5AF3C9-283D-4050-9E1D-99CF1DC5F6C6}">
      <dsp:nvSpPr>
        <dsp:cNvPr id="0" name=""/>
        <dsp:cNvSpPr/>
      </dsp:nvSpPr>
      <dsp:spPr>
        <a:xfrm>
          <a:off x="2" y="285626"/>
          <a:ext cx="1532184" cy="1532184"/>
        </a:xfrm>
        <a:prstGeom prst="ellipse">
          <a:avLst/>
        </a:prstGeom>
        <a:solidFill>
          <a:schemeClr val="accent6">
            <a:shade val="80000"/>
            <a:hueOff val="-311498"/>
            <a:satOff val="8085"/>
            <a:lumOff val="253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solidFill>
                <a:schemeClr val="accent6">
                  <a:lumMod val="50000"/>
                </a:schemeClr>
              </a:solidFill>
            </a:rPr>
            <a:t>B</a:t>
          </a:r>
          <a:r>
            <a:rPr lang="zh-CN" altLang="en-US" sz="2200" kern="1200" dirty="0">
              <a:solidFill>
                <a:schemeClr val="accent6">
                  <a:lumMod val="50000"/>
                </a:schemeClr>
              </a:solidFill>
            </a:rPr>
            <a:t>打</a:t>
          </a:r>
          <a:r>
            <a:rPr lang="en-US" altLang="zh-CN" sz="2200" kern="1200" dirty="0">
              <a:solidFill>
                <a:schemeClr val="accent6">
                  <a:lumMod val="50000"/>
                </a:schemeClr>
              </a:solidFill>
            </a:rPr>
            <a:t>A</a:t>
          </a:r>
          <a:r>
            <a:rPr lang="zh-CN" altLang="en-US" sz="2200" kern="1200" dirty="0">
              <a:solidFill>
                <a:schemeClr val="accent6">
                  <a:lumMod val="50000"/>
                </a:schemeClr>
              </a:solidFill>
            </a:rPr>
            <a:t>的最终时间</a:t>
          </a:r>
        </a:p>
      </dsp:txBody>
      <dsp:txXfrm>
        <a:off x="224385" y="510009"/>
        <a:ext cx="1083418" cy="108341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DACDC8-E8DA-4376-BDCF-32CD45806F20}">
      <dsp:nvSpPr>
        <dsp:cNvPr id="0" name=""/>
        <dsp:cNvSpPr/>
      </dsp:nvSpPr>
      <dsp:spPr>
        <a:xfrm>
          <a:off x="458987" y="0"/>
          <a:ext cx="5201858" cy="2460628"/>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FEEDC-2CD5-4FB8-89A9-95316037B77D}">
      <dsp:nvSpPr>
        <dsp:cNvPr id="0" name=""/>
        <dsp:cNvSpPr/>
      </dsp:nvSpPr>
      <dsp:spPr>
        <a:xfrm>
          <a:off x="3062" y="738188"/>
          <a:ext cx="1473182" cy="984251"/>
        </a:xfrm>
        <a:prstGeom prst="roundRect">
          <a:avLst/>
        </a:prstGeom>
        <a:solidFill>
          <a:schemeClr val="accent4">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solidFill>
                <a:schemeClr val="bg1"/>
              </a:solidFill>
            </a:rPr>
            <a:t>等级下战斗总时长区间</a:t>
          </a:r>
        </a:p>
      </dsp:txBody>
      <dsp:txXfrm>
        <a:off x="51109" y="786235"/>
        <a:ext cx="1377088" cy="888157"/>
      </dsp:txXfrm>
    </dsp:sp>
    <dsp:sp modelId="{692246E3-0B8A-4F49-A22A-78AE7FA5545A}">
      <dsp:nvSpPr>
        <dsp:cNvPr id="0" name=""/>
        <dsp:cNvSpPr/>
      </dsp:nvSpPr>
      <dsp:spPr>
        <a:xfrm>
          <a:off x="1549904" y="738188"/>
          <a:ext cx="1473182" cy="984251"/>
        </a:xfrm>
        <a:prstGeom prst="roundRect">
          <a:avLst/>
        </a:prstGeom>
        <a:solidFill>
          <a:schemeClr val="accent4">
            <a:shade val="80000"/>
            <a:hueOff val="-77079"/>
            <a:satOff val="-487"/>
            <a:lumOff val="81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solidFill>
                <a:schemeClr val="bg1"/>
              </a:solidFill>
            </a:rPr>
            <a:t>释放技能总次数</a:t>
          </a:r>
        </a:p>
      </dsp:txBody>
      <dsp:txXfrm>
        <a:off x="1597951" y="786235"/>
        <a:ext cx="1377088" cy="888157"/>
      </dsp:txXfrm>
    </dsp:sp>
    <dsp:sp modelId="{B63643A6-9AB5-415E-8817-0F676C489E9E}">
      <dsp:nvSpPr>
        <dsp:cNvPr id="0" name=""/>
        <dsp:cNvSpPr/>
      </dsp:nvSpPr>
      <dsp:spPr>
        <a:xfrm>
          <a:off x="3096746" y="738188"/>
          <a:ext cx="1473182" cy="984251"/>
        </a:xfrm>
        <a:prstGeom prst="roundRect">
          <a:avLst/>
        </a:prstGeom>
        <a:solidFill>
          <a:schemeClr val="accent4">
            <a:shade val="80000"/>
            <a:hueOff val="-154159"/>
            <a:satOff val="-973"/>
            <a:lumOff val="162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solidFill>
                <a:schemeClr val="bg1"/>
              </a:solidFill>
            </a:rPr>
            <a:t>单一技能释放次数</a:t>
          </a:r>
        </a:p>
      </dsp:txBody>
      <dsp:txXfrm>
        <a:off x="3144793" y="786235"/>
        <a:ext cx="1377088" cy="888157"/>
      </dsp:txXfrm>
    </dsp:sp>
    <dsp:sp modelId="{05DF4F59-5DB3-4347-B37C-496CC201F049}">
      <dsp:nvSpPr>
        <dsp:cNvPr id="0" name=""/>
        <dsp:cNvSpPr/>
      </dsp:nvSpPr>
      <dsp:spPr>
        <a:xfrm>
          <a:off x="4643588" y="738188"/>
          <a:ext cx="1473182" cy="984251"/>
        </a:xfrm>
        <a:prstGeom prst="roundRect">
          <a:avLst/>
        </a:prstGeom>
        <a:solidFill>
          <a:schemeClr val="accent4">
            <a:shade val="80000"/>
            <a:hueOff val="-231238"/>
            <a:satOff val="-1460"/>
            <a:lumOff val="2444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solidFill>
                <a:schemeClr val="bg1"/>
              </a:solidFill>
            </a:rPr>
            <a:t>制定单一技能</a:t>
          </a:r>
          <a:r>
            <a:rPr lang="en-US" altLang="zh-CN" sz="1900" kern="1200" dirty="0">
              <a:solidFill>
                <a:schemeClr val="bg1"/>
              </a:solidFill>
            </a:rPr>
            <a:t>CD</a:t>
          </a:r>
          <a:endParaRPr lang="zh-CN" altLang="en-US" sz="1900" kern="1200" dirty="0">
            <a:solidFill>
              <a:schemeClr val="bg1"/>
            </a:solidFill>
          </a:endParaRPr>
        </a:p>
      </dsp:txBody>
      <dsp:txXfrm>
        <a:off x="4691635" y="786235"/>
        <a:ext cx="1377088" cy="8881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6E0513-F990-4C75-B315-021954913CBB}">
      <dsp:nvSpPr>
        <dsp:cNvPr id="0" name=""/>
        <dsp:cNvSpPr/>
      </dsp:nvSpPr>
      <dsp:spPr>
        <a:xfrm>
          <a:off x="590820" y="332853"/>
          <a:ext cx="2223549" cy="2223549"/>
        </a:xfrm>
        <a:prstGeom prst="blockArc">
          <a:avLst>
            <a:gd name="adj1" fmla="val 5400000"/>
            <a:gd name="adj2" fmla="val 162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E92CA4-6D65-42E7-B75C-3E94CB2B954D}">
      <dsp:nvSpPr>
        <dsp:cNvPr id="0" name=""/>
        <dsp:cNvSpPr/>
      </dsp:nvSpPr>
      <dsp:spPr>
        <a:xfrm>
          <a:off x="633979" y="332853"/>
          <a:ext cx="2223549" cy="2223549"/>
        </a:xfrm>
        <a:prstGeom prst="blockArc">
          <a:avLst>
            <a:gd name="adj1" fmla="val 16200000"/>
            <a:gd name="adj2" fmla="val 54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420EB3-8235-4314-B6F8-6D71A8CAE667}">
      <dsp:nvSpPr>
        <dsp:cNvPr id="0" name=""/>
        <dsp:cNvSpPr/>
      </dsp:nvSpPr>
      <dsp:spPr>
        <a:xfrm>
          <a:off x="1190486" y="932519"/>
          <a:ext cx="1024217" cy="1024217"/>
        </a:xfrm>
        <a:prstGeom prst="ellipse">
          <a:avLst/>
        </a:prstGeom>
        <a:solidFill>
          <a:schemeClr val="accent5">
            <a:lumMod val="75000"/>
          </a:schemeClr>
        </a:solidFill>
        <a:ln w="25400" cap="flat" cmpd="sng" algn="ctr">
          <a:solidFill>
            <a:schemeClr val="accent5">
              <a:lumMod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属性模块</a:t>
          </a:r>
        </a:p>
      </dsp:txBody>
      <dsp:txXfrm>
        <a:off x="1340479" y="1082512"/>
        <a:ext cx="724231" cy="724231"/>
      </dsp:txXfrm>
    </dsp:sp>
    <dsp:sp modelId="{542C8181-1D78-4FC1-9843-07A08F9B0EA4}">
      <dsp:nvSpPr>
        <dsp:cNvPr id="0" name=""/>
        <dsp:cNvSpPr/>
      </dsp:nvSpPr>
      <dsp:spPr>
        <a:xfrm>
          <a:off x="1344118" y="187"/>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t>角色裸装属性</a:t>
          </a:r>
        </a:p>
      </dsp:txBody>
      <dsp:txXfrm>
        <a:off x="1449113" y="105182"/>
        <a:ext cx="506962" cy="506962"/>
      </dsp:txXfrm>
    </dsp:sp>
    <dsp:sp modelId="{8360725E-A13C-4F55-843F-B1C6403C1110}">
      <dsp:nvSpPr>
        <dsp:cNvPr id="0" name=""/>
        <dsp:cNvSpPr/>
      </dsp:nvSpPr>
      <dsp:spPr>
        <a:xfrm>
          <a:off x="1344118" y="2172116"/>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zh-CN" altLang="en-US" sz="1000" kern="1200" dirty="0"/>
            <a:t>其它系统加成属性</a:t>
          </a:r>
          <a:endParaRPr lang="en-US" altLang="zh-CN" sz="1000" kern="1200" dirty="0"/>
        </a:p>
      </dsp:txBody>
      <dsp:txXfrm>
        <a:off x="1449113" y="2277111"/>
        <a:ext cx="506962" cy="50696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B3AC8-A089-4811-A6CA-1B014E0B3547}">
      <dsp:nvSpPr>
        <dsp:cNvPr id="0" name=""/>
        <dsp:cNvSpPr/>
      </dsp:nvSpPr>
      <dsp:spPr>
        <a:xfrm>
          <a:off x="590820" y="332853"/>
          <a:ext cx="2223549" cy="2223549"/>
        </a:xfrm>
        <a:prstGeom prst="blockArc">
          <a:avLst>
            <a:gd name="adj1" fmla="val 10800000"/>
            <a:gd name="adj2" fmla="val 162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5B7F2EC-078E-4137-9A78-E8AAD44C2DBC}">
      <dsp:nvSpPr>
        <dsp:cNvPr id="0" name=""/>
        <dsp:cNvSpPr/>
      </dsp:nvSpPr>
      <dsp:spPr>
        <a:xfrm>
          <a:off x="590820" y="332853"/>
          <a:ext cx="2223549" cy="2223549"/>
        </a:xfrm>
        <a:prstGeom prst="blockArc">
          <a:avLst>
            <a:gd name="adj1" fmla="val 5400000"/>
            <a:gd name="adj2" fmla="val 108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56E0513-F990-4C75-B315-021954913CBB}">
      <dsp:nvSpPr>
        <dsp:cNvPr id="0" name=""/>
        <dsp:cNvSpPr/>
      </dsp:nvSpPr>
      <dsp:spPr>
        <a:xfrm>
          <a:off x="590820" y="332853"/>
          <a:ext cx="2223549" cy="2223549"/>
        </a:xfrm>
        <a:prstGeom prst="blockArc">
          <a:avLst>
            <a:gd name="adj1" fmla="val 0"/>
            <a:gd name="adj2" fmla="val 540000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E92CA4-6D65-42E7-B75C-3E94CB2B954D}">
      <dsp:nvSpPr>
        <dsp:cNvPr id="0" name=""/>
        <dsp:cNvSpPr/>
      </dsp:nvSpPr>
      <dsp:spPr>
        <a:xfrm>
          <a:off x="633979" y="332853"/>
          <a:ext cx="2223549" cy="2223549"/>
        </a:xfrm>
        <a:prstGeom prst="blockArc">
          <a:avLst>
            <a:gd name="adj1" fmla="val 16200000"/>
            <a:gd name="adj2" fmla="val 0"/>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420EB3-8235-4314-B6F8-6D71A8CAE667}">
      <dsp:nvSpPr>
        <dsp:cNvPr id="0" name=""/>
        <dsp:cNvSpPr/>
      </dsp:nvSpPr>
      <dsp:spPr>
        <a:xfrm>
          <a:off x="1190486" y="932519"/>
          <a:ext cx="1024217" cy="1024217"/>
        </a:xfrm>
        <a:prstGeom prst="ellipse">
          <a:avLst/>
        </a:prstGeom>
        <a:solidFill>
          <a:schemeClr val="accent5">
            <a:lumMod val="75000"/>
          </a:schemeClr>
        </a:solidFill>
        <a:ln w="25400" cap="flat" cmpd="sng" algn="ctr">
          <a:solidFill>
            <a:schemeClr val="accent5">
              <a:lumMod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战斗数值</a:t>
          </a:r>
        </a:p>
      </dsp:txBody>
      <dsp:txXfrm>
        <a:off x="1340479" y="1082512"/>
        <a:ext cx="724231" cy="724231"/>
      </dsp:txXfrm>
    </dsp:sp>
    <dsp:sp modelId="{542C8181-1D78-4FC1-9843-07A08F9B0EA4}">
      <dsp:nvSpPr>
        <dsp:cNvPr id="0" name=""/>
        <dsp:cNvSpPr/>
      </dsp:nvSpPr>
      <dsp:spPr>
        <a:xfrm>
          <a:off x="1344118" y="187"/>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属性模块</a:t>
          </a:r>
        </a:p>
      </dsp:txBody>
      <dsp:txXfrm>
        <a:off x="1449113" y="105182"/>
        <a:ext cx="506962" cy="506962"/>
      </dsp:txXfrm>
    </dsp:sp>
    <dsp:sp modelId="{8360725E-A13C-4F55-843F-B1C6403C1110}">
      <dsp:nvSpPr>
        <dsp:cNvPr id="0" name=""/>
        <dsp:cNvSpPr/>
      </dsp:nvSpPr>
      <dsp:spPr>
        <a:xfrm>
          <a:off x="2430083" y="1086151"/>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技能模块</a:t>
          </a:r>
          <a:endParaRPr lang="en-US" altLang="zh-CN" sz="1500" kern="1200" dirty="0"/>
        </a:p>
      </dsp:txBody>
      <dsp:txXfrm>
        <a:off x="2535078" y="1191146"/>
        <a:ext cx="506962" cy="506962"/>
      </dsp:txXfrm>
    </dsp:sp>
    <dsp:sp modelId="{CF1D6370-66E2-4A24-861E-2DB86382BFC1}">
      <dsp:nvSpPr>
        <dsp:cNvPr id="0" name=""/>
        <dsp:cNvSpPr/>
      </dsp:nvSpPr>
      <dsp:spPr>
        <a:xfrm>
          <a:off x="1344118" y="2172116"/>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概率数值</a:t>
          </a:r>
          <a:endParaRPr lang="en-US" altLang="zh-CN" sz="1500" kern="1200" dirty="0"/>
        </a:p>
      </dsp:txBody>
      <dsp:txXfrm>
        <a:off x="1449113" y="2277111"/>
        <a:ext cx="506962" cy="506962"/>
      </dsp:txXfrm>
    </dsp:sp>
    <dsp:sp modelId="{0B58268E-3031-4357-BA7E-E461ABAB90FF}">
      <dsp:nvSpPr>
        <dsp:cNvPr id="0" name=""/>
        <dsp:cNvSpPr/>
      </dsp:nvSpPr>
      <dsp:spPr>
        <a:xfrm>
          <a:off x="258154" y="1086151"/>
          <a:ext cx="716952" cy="716952"/>
        </a:xfrm>
        <a:prstGeom prst="ellipse">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道具模块</a:t>
          </a:r>
          <a:endParaRPr lang="en-US" altLang="zh-CN" sz="1500" kern="1200" dirty="0"/>
        </a:p>
      </dsp:txBody>
      <dsp:txXfrm>
        <a:off x="363149" y="1191146"/>
        <a:ext cx="506962" cy="5069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8.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D17521F-7854-4126-B0B1-47DB80ABCD50}" type="datetimeFigureOut">
              <a:rPr lang="zh-CN" altLang="en-US" smtClean="0"/>
              <a:pPr/>
              <a:t>2025/12/17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a:t>苍穹</a:t>
            </a: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498BA80-9858-4472-88C0-ADA247567F1C}" type="slidenum">
              <a:rPr lang="zh-CN" altLang="en-US" smtClean="0"/>
              <a:pPr/>
              <a:t>‹#›</a:t>
            </a:fld>
            <a:endParaRPr lang="zh-CN" altLang="en-US"/>
          </a:p>
        </p:txBody>
      </p:sp>
    </p:spTree>
    <p:extLst>
      <p:ext uri="{BB962C8B-B14F-4D97-AF65-F5344CB8AC3E}">
        <p14:creationId xmlns:p14="http://schemas.microsoft.com/office/powerpoint/2010/main" val="3937235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85B4F6-00F7-4514-9236-9619B2B6B1EC}" type="datetimeFigureOut">
              <a:rPr lang="zh-CN" altLang="en-US" smtClean="0"/>
              <a:pPr/>
              <a:t>2025/12/17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a:t>苍穹</a:t>
            </a: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48911-5359-4F72-A531-CFABB82532AF}" type="slidenum">
              <a:rPr lang="zh-CN" altLang="en-US" smtClean="0"/>
              <a:pPr/>
              <a:t>‹#›</a:t>
            </a:fld>
            <a:endParaRPr lang="zh-CN" altLang="en-US"/>
          </a:p>
        </p:txBody>
      </p:sp>
    </p:spTree>
    <p:extLst>
      <p:ext uri="{BB962C8B-B14F-4D97-AF65-F5344CB8AC3E}">
        <p14:creationId xmlns:p14="http://schemas.microsoft.com/office/powerpoint/2010/main" val="31946201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新人策划免费培训群 </a:t>
            </a:r>
            <a:r>
              <a:rPr lang="en-US" altLang="zh-CN" dirty="0">
                <a:solidFill>
                  <a:srgbClr val="FF0000"/>
                </a:solidFill>
              </a:rPr>
              <a:t>240092795【</a:t>
            </a:r>
            <a:r>
              <a:rPr lang="zh-CN" altLang="en-US" dirty="0">
                <a:solidFill>
                  <a:srgbClr val="FF0000"/>
                </a:solidFill>
              </a:rPr>
              <a:t>入群要写作业</a:t>
            </a:r>
            <a:r>
              <a:rPr lang="en-US" altLang="zh-CN" dirty="0">
                <a:solidFill>
                  <a:srgbClr val="FF0000"/>
                </a:solidFill>
              </a:rPr>
              <a:t>】 </a:t>
            </a:r>
            <a:r>
              <a:rPr lang="zh-CN" altLang="en-US" dirty="0"/>
              <a:t>游戏策划在职交流群</a:t>
            </a:r>
            <a:r>
              <a:rPr lang="en-US" altLang="zh-CN" dirty="0"/>
              <a:t>【59941158】【</a:t>
            </a:r>
            <a:r>
              <a:rPr lang="zh-CN" altLang="en-US" dirty="0"/>
              <a:t>入群请写公司</a:t>
            </a:r>
            <a:r>
              <a:rPr lang="en-US" altLang="zh-CN" dirty="0"/>
              <a:t>-</a:t>
            </a:r>
            <a:r>
              <a:rPr lang="zh-CN" altLang="en-US" dirty="0"/>
              <a:t>职位</a:t>
            </a:r>
            <a:r>
              <a:rPr lang="en-US" altLang="zh-CN" dirty="0"/>
              <a:t>】 </a:t>
            </a:r>
            <a:r>
              <a:rPr lang="zh-CN" altLang="en-US" dirty="0"/>
              <a:t>游戏圈精英娱乐交友群</a:t>
            </a:r>
            <a:r>
              <a:rPr lang="en-US" altLang="zh-CN" dirty="0"/>
              <a:t>49232244【</a:t>
            </a:r>
            <a:r>
              <a:rPr lang="zh-CN" altLang="en-US" dirty="0"/>
              <a:t>爱聊天，不潜水的请加</a:t>
            </a:r>
            <a:r>
              <a:rPr lang="en-US" altLang="zh-CN"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75648911-5359-4F72-A531-CFABB82532AF}"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新人策划免费培训群 </a:t>
            </a:r>
            <a:r>
              <a:rPr lang="en-US" altLang="zh-CN" dirty="0">
                <a:solidFill>
                  <a:srgbClr val="FF0000"/>
                </a:solidFill>
              </a:rPr>
              <a:t>240092795【</a:t>
            </a:r>
            <a:r>
              <a:rPr lang="zh-CN" altLang="en-US" dirty="0">
                <a:solidFill>
                  <a:srgbClr val="FF0000"/>
                </a:solidFill>
              </a:rPr>
              <a:t>入群要写作业</a:t>
            </a:r>
            <a:r>
              <a:rPr lang="en-US" altLang="zh-CN" dirty="0">
                <a:solidFill>
                  <a:srgbClr val="FF0000"/>
                </a:solidFill>
              </a:rPr>
              <a:t>】 </a:t>
            </a:r>
            <a:r>
              <a:rPr lang="zh-CN" altLang="en-US" dirty="0"/>
              <a:t>游戏策划在职交流群</a:t>
            </a:r>
            <a:r>
              <a:rPr lang="en-US" altLang="zh-CN" dirty="0"/>
              <a:t>【59941158】【</a:t>
            </a:r>
            <a:r>
              <a:rPr lang="zh-CN" altLang="en-US" dirty="0"/>
              <a:t>入群请写公司</a:t>
            </a:r>
            <a:r>
              <a:rPr lang="en-US" altLang="zh-CN" dirty="0"/>
              <a:t>-</a:t>
            </a:r>
            <a:r>
              <a:rPr lang="zh-CN" altLang="en-US" dirty="0"/>
              <a:t>职位</a:t>
            </a:r>
            <a:r>
              <a:rPr lang="en-US" altLang="zh-CN" dirty="0"/>
              <a:t>】 </a:t>
            </a:r>
            <a:r>
              <a:rPr lang="zh-CN" altLang="en-US" dirty="0"/>
              <a:t>游戏圈精英娱乐交友群</a:t>
            </a:r>
            <a:r>
              <a:rPr lang="en-US" altLang="zh-CN" dirty="0"/>
              <a:t>49232244【</a:t>
            </a:r>
            <a:r>
              <a:rPr lang="zh-CN" altLang="en-US" dirty="0"/>
              <a:t>爱聊天，不潜水的请加</a:t>
            </a:r>
            <a:r>
              <a:rPr lang="en-US" altLang="zh-CN"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75648911-5359-4F72-A531-CFABB82532AF}" type="slidenum">
              <a:rPr lang="zh-CN" altLang="en-US" smtClean="0"/>
              <a:pPr/>
              <a:t>2</a:t>
            </a:fld>
            <a:endParaRPr lang="zh-CN" altLang="en-US"/>
          </a:p>
        </p:txBody>
      </p:sp>
    </p:spTree>
    <p:extLst>
      <p:ext uri="{BB962C8B-B14F-4D97-AF65-F5344CB8AC3E}">
        <p14:creationId xmlns:p14="http://schemas.microsoft.com/office/powerpoint/2010/main" val="118669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新人策划免费培训群 </a:t>
            </a:r>
            <a:r>
              <a:rPr lang="en-US" altLang="zh-CN" dirty="0">
                <a:solidFill>
                  <a:srgbClr val="FF0000"/>
                </a:solidFill>
              </a:rPr>
              <a:t>240092795【</a:t>
            </a:r>
            <a:r>
              <a:rPr lang="zh-CN" altLang="en-US" dirty="0">
                <a:solidFill>
                  <a:srgbClr val="FF0000"/>
                </a:solidFill>
              </a:rPr>
              <a:t>入群要写作业</a:t>
            </a:r>
            <a:r>
              <a:rPr lang="en-US" altLang="zh-CN" dirty="0">
                <a:solidFill>
                  <a:srgbClr val="FF0000"/>
                </a:solidFill>
              </a:rPr>
              <a:t>】 </a:t>
            </a:r>
            <a:r>
              <a:rPr lang="zh-CN" altLang="en-US" dirty="0"/>
              <a:t>游戏策划在职交流群</a:t>
            </a:r>
            <a:r>
              <a:rPr lang="en-US" altLang="zh-CN" dirty="0"/>
              <a:t>【59941158】【</a:t>
            </a:r>
            <a:r>
              <a:rPr lang="zh-CN" altLang="en-US" dirty="0"/>
              <a:t>入群请写公司</a:t>
            </a:r>
            <a:r>
              <a:rPr lang="en-US" altLang="zh-CN" dirty="0"/>
              <a:t>-</a:t>
            </a:r>
            <a:r>
              <a:rPr lang="zh-CN" altLang="en-US" dirty="0"/>
              <a:t>职位</a:t>
            </a:r>
            <a:r>
              <a:rPr lang="en-US" altLang="zh-CN" dirty="0"/>
              <a:t>】 </a:t>
            </a:r>
            <a:r>
              <a:rPr lang="zh-CN" altLang="en-US" dirty="0"/>
              <a:t>游戏圈精英娱乐交友群</a:t>
            </a:r>
            <a:r>
              <a:rPr lang="en-US" altLang="zh-CN" dirty="0"/>
              <a:t>49232244【</a:t>
            </a:r>
            <a:r>
              <a:rPr lang="zh-CN" altLang="en-US" dirty="0"/>
              <a:t>爱聊天，不潜水的请加</a:t>
            </a:r>
            <a:r>
              <a:rPr lang="en-US" altLang="zh-CN"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75648911-5359-4F72-A531-CFABB82532AF}" type="slidenum">
              <a:rPr lang="zh-CN" altLang="en-US" smtClean="0"/>
              <a:pPr/>
              <a:t>3</a:t>
            </a:fld>
            <a:endParaRPr lang="zh-CN" altLang="en-US"/>
          </a:p>
        </p:txBody>
      </p:sp>
    </p:spTree>
    <p:extLst>
      <p:ext uri="{BB962C8B-B14F-4D97-AF65-F5344CB8AC3E}">
        <p14:creationId xmlns:p14="http://schemas.microsoft.com/office/powerpoint/2010/main" val="541691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新人策划免费培训群 </a:t>
            </a:r>
            <a:r>
              <a:rPr lang="en-US" altLang="zh-CN" dirty="0">
                <a:solidFill>
                  <a:srgbClr val="FF0000"/>
                </a:solidFill>
              </a:rPr>
              <a:t>240092795【</a:t>
            </a:r>
            <a:r>
              <a:rPr lang="zh-CN" altLang="en-US" dirty="0">
                <a:solidFill>
                  <a:srgbClr val="FF0000"/>
                </a:solidFill>
              </a:rPr>
              <a:t>入群要写作业</a:t>
            </a:r>
            <a:r>
              <a:rPr lang="en-US" altLang="zh-CN" dirty="0">
                <a:solidFill>
                  <a:srgbClr val="FF0000"/>
                </a:solidFill>
              </a:rPr>
              <a:t>】 </a:t>
            </a:r>
            <a:r>
              <a:rPr lang="zh-CN" altLang="en-US" dirty="0"/>
              <a:t>游戏策划在职交流群</a:t>
            </a:r>
            <a:r>
              <a:rPr lang="en-US" altLang="zh-CN" dirty="0"/>
              <a:t>【59941158】【</a:t>
            </a:r>
            <a:r>
              <a:rPr lang="zh-CN" altLang="en-US" dirty="0"/>
              <a:t>入群请写公司</a:t>
            </a:r>
            <a:r>
              <a:rPr lang="en-US" altLang="zh-CN" dirty="0"/>
              <a:t>-</a:t>
            </a:r>
            <a:r>
              <a:rPr lang="zh-CN" altLang="en-US" dirty="0"/>
              <a:t>职位</a:t>
            </a:r>
            <a:r>
              <a:rPr lang="en-US" altLang="zh-CN" dirty="0"/>
              <a:t>】 </a:t>
            </a:r>
            <a:r>
              <a:rPr lang="zh-CN" altLang="en-US" dirty="0"/>
              <a:t>游戏圈精英娱乐交友群</a:t>
            </a:r>
            <a:r>
              <a:rPr lang="en-US" altLang="zh-CN" dirty="0"/>
              <a:t>49232244【</a:t>
            </a:r>
            <a:r>
              <a:rPr lang="zh-CN" altLang="en-US" dirty="0"/>
              <a:t>爱聊天，不潜水的请加</a:t>
            </a:r>
            <a:r>
              <a:rPr lang="en-US" altLang="zh-CN" dirty="0"/>
              <a:t>】</a:t>
            </a:r>
            <a:endParaRPr lang="zh-CN" altLang="en-US"/>
          </a:p>
          <a:p>
            <a:endParaRPr lang="zh-CN" altLang="en-US"/>
          </a:p>
        </p:txBody>
      </p:sp>
      <p:sp>
        <p:nvSpPr>
          <p:cNvPr id="4" name="灯片编号占位符 3"/>
          <p:cNvSpPr>
            <a:spLocks noGrp="1"/>
          </p:cNvSpPr>
          <p:nvPr>
            <p:ph type="sldNum" sz="quarter" idx="10"/>
          </p:nvPr>
        </p:nvSpPr>
        <p:spPr/>
        <p:txBody>
          <a:bodyPr/>
          <a:lstStyle/>
          <a:p>
            <a:fld id="{75648911-5359-4F72-A531-CFABB82532AF}" type="slidenum">
              <a:rPr lang="zh-CN" altLang="en-US" smtClean="0"/>
              <a:pPr/>
              <a:t>4</a:t>
            </a:fld>
            <a:endParaRPr lang="zh-CN" altLang="en-US"/>
          </a:p>
        </p:txBody>
      </p:sp>
    </p:spTree>
    <p:extLst>
      <p:ext uri="{BB962C8B-B14F-4D97-AF65-F5344CB8AC3E}">
        <p14:creationId xmlns:p14="http://schemas.microsoft.com/office/powerpoint/2010/main" val="3765505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16F9FF4D-1B27-41ED-83C2-B3D7DF8D743A}" type="datetime1">
              <a:rPr lang="zh-CN" altLang="en-US" smtClean="0"/>
              <a:pPr/>
              <a:t>2025/12/17</a:t>
            </a:fld>
            <a:endParaRPr lang="zh-CN" altLang="en-US"/>
          </a:p>
        </p:txBody>
      </p:sp>
      <p:sp>
        <p:nvSpPr>
          <p:cNvPr id="5" name="页脚占位符 4"/>
          <p:cNvSpPr>
            <a:spLocks noGrp="1"/>
          </p:cNvSpPr>
          <p:nvPr>
            <p:ph type="ftr" sz="quarter" idx="11"/>
          </p:nvPr>
        </p:nvSpPr>
        <p:spPr/>
        <p:txBody>
          <a:bodyPr/>
          <a:lstStyle/>
          <a:p>
            <a:r>
              <a:rPr lang="zh-CN" altLang="en-US"/>
              <a:t>制作人：苍穹</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69494D02-3A61-4237-8A10-0BC0F37B7B32}" type="datetime1">
              <a:rPr lang="zh-CN" altLang="en-US" smtClean="0"/>
              <a:pPr/>
              <a:t>2025/12/17</a:t>
            </a:fld>
            <a:endParaRPr lang="zh-CN" altLang="en-US"/>
          </a:p>
        </p:txBody>
      </p:sp>
      <p:sp>
        <p:nvSpPr>
          <p:cNvPr id="5" name="页脚占位符 4"/>
          <p:cNvSpPr>
            <a:spLocks noGrp="1"/>
          </p:cNvSpPr>
          <p:nvPr>
            <p:ph type="ftr" sz="quarter" idx="11"/>
          </p:nvPr>
        </p:nvSpPr>
        <p:spPr>
          <a:xfrm>
            <a:off x="5330952" y="6400800"/>
            <a:ext cx="3733800" cy="283800"/>
          </a:xfrm>
        </p:spPr>
        <p:txBody>
          <a:bodyPr/>
          <a:lstStyle/>
          <a:p>
            <a:r>
              <a:rPr lang="zh-CN" altLang="en-US"/>
              <a:t>制作人：苍穹</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1BCE392-8162-42CF-ACE0-523A5A664BCA}" type="datetime1">
              <a:rPr lang="zh-CN" altLang="en-US" smtClean="0"/>
              <a:pPr/>
              <a:t>2025/12/17</a:t>
            </a:fld>
            <a:endParaRPr lang="zh-CN" altLang="en-US"/>
          </a:p>
        </p:txBody>
      </p:sp>
      <p:sp>
        <p:nvSpPr>
          <p:cNvPr id="5" name="页脚占位符 4"/>
          <p:cNvSpPr>
            <a:spLocks noGrp="1"/>
          </p:cNvSpPr>
          <p:nvPr>
            <p:ph type="ftr" sz="quarter" idx="11"/>
          </p:nvPr>
        </p:nvSpPr>
        <p:spPr/>
        <p:txBody>
          <a:bodyPr/>
          <a:lstStyle/>
          <a:p>
            <a:r>
              <a:rPr lang="zh-CN" altLang="en-US"/>
              <a:t>制作人：苍穹</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54A9260-56F6-4581-8671-83C489E706A0}" type="datetime1">
              <a:rPr lang="zh-CN" altLang="en-US" smtClean="0"/>
              <a:pPr/>
              <a:t>2025/12/17</a:t>
            </a:fld>
            <a:endParaRPr lang="zh-CN" altLang="en-US"/>
          </a:p>
        </p:txBody>
      </p:sp>
      <p:sp>
        <p:nvSpPr>
          <p:cNvPr id="6" name="页脚占位符 5"/>
          <p:cNvSpPr>
            <a:spLocks noGrp="1"/>
          </p:cNvSpPr>
          <p:nvPr>
            <p:ph type="ftr" sz="quarter" idx="11"/>
          </p:nvPr>
        </p:nvSpPr>
        <p:spPr/>
        <p:txBody>
          <a:bodyPr/>
          <a:lstStyle/>
          <a:p>
            <a:r>
              <a:rPr lang="zh-CN" altLang="en-US"/>
              <a:t>制作人：苍穹</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24D54FE8-2F0C-4842-B950-8B76B9DA9D9B}" type="datetime1">
              <a:rPr lang="zh-CN" altLang="en-US" smtClean="0"/>
              <a:pPr/>
              <a:t>2025/12/17</a:t>
            </a:fld>
            <a:endParaRPr lang="zh-CN" altLang="en-US"/>
          </a:p>
        </p:txBody>
      </p:sp>
      <p:sp>
        <p:nvSpPr>
          <p:cNvPr id="8" name="页脚占位符 7"/>
          <p:cNvSpPr>
            <a:spLocks noGrp="1"/>
          </p:cNvSpPr>
          <p:nvPr>
            <p:ph type="ftr" sz="quarter" idx="11"/>
          </p:nvPr>
        </p:nvSpPr>
        <p:spPr/>
        <p:txBody>
          <a:bodyPr/>
          <a:lstStyle/>
          <a:p>
            <a:r>
              <a:rPr lang="zh-CN" altLang="en-US"/>
              <a:t>制作人：苍穹</a:t>
            </a:r>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7D0C2DCF-238C-488C-B861-00128E735945}" type="datetime1">
              <a:rPr lang="zh-CN" altLang="en-US" smtClean="0"/>
              <a:pPr/>
              <a:t>2025/12/17</a:t>
            </a:fld>
            <a:endParaRPr lang="zh-CN" altLang="en-US"/>
          </a:p>
        </p:txBody>
      </p:sp>
      <p:sp>
        <p:nvSpPr>
          <p:cNvPr id="4" name="页脚占位符 3"/>
          <p:cNvSpPr>
            <a:spLocks noGrp="1"/>
          </p:cNvSpPr>
          <p:nvPr>
            <p:ph type="ftr" sz="quarter" idx="11"/>
          </p:nvPr>
        </p:nvSpPr>
        <p:spPr/>
        <p:txBody>
          <a:bodyPr/>
          <a:lstStyle/>
          <a:p>
            <a:r>
              <a:rPr lang="zh-CN" altLang="en-US"/>
              <a:t>制作人：苍穹</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3D114DC-611E-41B3-92E1-085A088E68F3}" type="datetime1">
              <a:rPr lang="zh-CN" altLang="en-US" smtClean="0"/>
              <a:pPr/>
              <a:t>2025/12/17</a:t>
            </a:fld>
            <a:endParaRPr lang="zh-CN" altLang="en-US"/>
          </a:p>
        </p:txBody>
      </p:sp>
      <p:sp>
        <p:nvSpPr>
          <p:cNvPr id="3" name="页脚占位符 2"/>
          <p:cNvSpPr>
            <a:spLocks noGrp="1"/>
          </p:cNvSpPr>
          <p:nvPr>
            <p:ph type="ftr" sz="quarter" idx="11"/>
          </p:nvPr>
        </p:nvSpPr>
        <p:spPr/>
        <p:txBody>
          <a:bodyPr/>
          <a:lstStyle/>
          <a:p>
            <a:r>
              <a:rPr lang="zh-CN" altLang="en-US"/>
              <a:t>制作人：苍穹</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AC4E577D-5669-46F5-B205-7FC46636B5E9}" type="datetime1">
              <a:rPr lang="zh-CN" altLang="en-US" smtClean="0"/>
              <a:pPr/>
              <a:t>2025/12/17</a:t>
            </a:fld>
            <a:endParaRPr lang="zh-CN" altLang="en-US"/>
          </a:p>
        </p:txBody>
      </p:sp>
      <p:sp>
        <p:nvSpPr>
          <p:cNvPr id="6" name="页脚占位符 5"/>
          <p:cNvSpPr>
            <a:spLocks noGrp="1"/>
          </p:cNvSpPr>
          <p:nvPr>
            <p:ph type="ftr" sz="quarter" idx="11"/>
          </p:nvPr>
        </p:nvSpPr>
        <p:spPr/>
        <p:txBody>
          <a:bodyPr/>
          <a:lstStyle/>
          <a:p>
            <a:r>
              <a:rPr lang="zh-CN" altLang="en-US"/>
              <a:t>制作人：苍穹</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4B3DDED2-F3C0-4752-B1D8-EB212092F195}" type="datetime1">
              <a:rPr lang="zh-CN" altLang="en-US" smtClean="0"/>
              <a:pPr/>
              <a:t>2025/12/17</a:t>
            </a:fld>
            <a:endParaRPr lang="zh-CN" altLang="en-US"/>
          </a:p>
        </p:txBody>
      </p:sp>
      <p:sp>
        <p:nvSpPr>
          <p:cNvPr id="6" name="页脚占位符 5"/>
          <p:cNvSpPr>
            <a:spLocks noGrp="1"/>
          </p:cNvSpPr>
          <p:nvPr>
            <p:ph type="ftr" sz="quarter" idx="11"/>
          </p:nvPr>
        </p:nvSpPr>
        <p:spPr/>
        <p:txBody>
          <a:bodyPr/>
          <a:lstStyle/>
          <a:p>
            <a:r>
              <a:rPr lang="zh-CN" altLang="en-US"/>
              <a:t>制作人：苍穹</a:t>
            </a:r>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822EC044-7F08-4D05-88CF-AA80D73B6E00}" type="datetime1">
              <a:rPr lang="zh-CN" altLang="en-US" smtClean="0"/>
              <a:pPr/>
              <a:t>2025/12/17</a:t>
            </a:fld>
            <a:endParaRPr lang="zh-CN" altLang="en-US"/>
          </a:p>
        </p:txBody>
      </p:sp>
      <p:sp>
        <p:nvSpPr>
          <p:cNvPr id="5" name="页脚占位符 4"/>
          <p:cNvSpPr>
            <a:spLocks noGrp="1"/>
          </p:cNvSpPr>
          <p:nvPr>
            <p:ph type="ftr" sz="quarter" idx="11"/>
          </p:nvPr>
        </p:nvSpPr>
        <p:spPr/>
        <p:txBody>
          <a:bodyPr/>
          <a:lstStyle/>
          <a:p>
            <a:r>
              <a:rPr lang="zh-CN" altLang="en-US"/>
              <a:t>制作人：苍穹</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B629E09A-C747-4752-B902-9A2D0EFB6423}" type="datetime1">
              <a:rPr lang="zh-CN" altLang="en-US" smtClean="0"/>
              <a:pPr/>
              <a:t>2025/12/17</a:t>
            </a:fld>
            <a:endParaRPr lang="zh-CN" altLang="en-US"/>
          </a:p>
        </p:txBody>
      </p:sp>
      <p:sp>
        <p:nvSpPr>
          <p:cNvPr id="5" name="页脚占位符 4"/>
          <p:cNvSpPr>
            <a:spLocks noGrp="1"/>
          </p:cNvSpPr>
          <p:nvPr>
            <p:ph type="ftr" sz="quarter" idx="11"/>
          </p:nvPr>
        </p:nvSpPr>
        <p:spPr/>
        <p:txBody>
          <a:bodyPr/>
          <a:lstStyle/>
          <a:p>
            <a:r>
              <a:rPr lang="zh-CN" altLang="en-US"/>
              <a:t>制作人：苍穹</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4135AC29-F057-4FEE-99A2-C14774109DE9}" type="datetime1">
              <a:rPr lang="zh-CN" altLang="en-US" smtClean="0"/>
              <a:pPr/>
              <a:t>2025/12/17</a:t>
            </a:fld>
            <a:endParaRPr lang="zh-CN" altLang="en-US"/>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r>
              <a:rPr lang="zh-CN" altLang="en-US"/>
              <a:t>制作人：苍穹</a:t>
            </a: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0C913308-F349-4B6D-A68A-DD1791B4A57B}" type="slidenum">
              <a:rPr lang="zh-CN" altLang="en-US" smtClean="0"/>
              <a:pPr/>
              <a:t>‹#›</a:t>
            </a:fld>
            <a:endParaRPr lang="zh-CN" alt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643050"/>
            <a:ext cx="7772400" cy="1538286"/>
          </a:xfrm>
          <a:solidFill>
            <a:schemeClr val="accent3">
              <a:lumMod val="40000"/>
              <a:lumOff val="60000"/>
            </a:schemeClr>
          </a:solidFill>
        </p:spPr>
        <p:txBody>
          <a:bodyPr anchor="ctr" anchorCtr="1">
            <a:normAutofit/>
          </a:bodyPr>
          <a:lstStyle/>
          <a:p>
            <a:r>
              <a:rPr lang="zh-CN" altLang="en-US" sz="4800" dirty="0">
                <a:solidFill>
                  <a:schemeClr val="accent4">
                    <a:lumMod val="50000"/>
                  </a:schemeClr>
                </a:solidFill>
                <a:latin typeface="华文新魏" pitchFamily="2" charset="-122"/>
                <a:ea typeface="华文新魏" pitchFamily="2" charset="-122"/>
              </a:rPr>
              <a:t>游戏数值设计</a:t>
            </a:r>
          </a:p>
        </p:txBody>
      </p:sp>
      <p:sp>
        <p:nvSpPr>
          <p:cNvPr id="3" name="副标题 2"/>
          <p:cNvSpPr>
            <a:spLocks noGrp="1"/>
          </p:cNvSpPr>
          <p:nvPr>
            <p:ph type="subTitle" idx="1"/>
          </p:nvPr>
        </p:nvSpPr>
        <p:spPr>
          <a:xfrm>
            <a:off x="4572000" y="2824145"/>
            <a:ext cx="3986218" cy="857256"/>
          </a:xfrm>
        </p:spPr>
        <p:txBody>
          <a:bodyPr>
            <a:normAutofit/>
          </a:bodyPr>
          <a:lstStyle/>
          <a:p>
            <a:r>
              <a:rPr lang="en-US" altLang="zh-CN" sz="2400" dirty="0">
                <a:solidFill>
                  <a:schemeClr val="accent4">
                    <a:lumMod val="50000"/>
                  </a:schemeClr>
                </a:solidFill>
                <a:latin typeface="+mn-ea"/>
              </a:rPr>
              <a:t>——</a:t>
            </a:r>
            <a:r>
              <a:rPr lang="zh-CN" altLang="en-US" sz="2400" dirty="0">
                <a:solidFill>
                  <a:schemeClr val="accent4">
                    <a:lumMod val="50000"/>
                  </a:schemeClr>
                </a:solidFill>
                <a:latin typeface="+mn-ea"/>
              </a:rPr>
              <a:t>战斗数值</a:t>
            </a:r>
          </a:p>
        </p:txBody>
      </p:sp>
      <p:sp>
        <p:nvSpPr>
          <p:cNvPr id="4" name="页脚占位符 3"/>
          <p:cNvSpPr>
            <a:spLocks noGrp="1"/>
          </p:cNvSpPr>
          <p:nvPr>
            <p:ph type="ftr" sz="quarter" idx="11"/>
          </p:nvPr>
        </p:nvSpPr>
        <p:spPr/>
        <p:txBody>
          <a:bodyPr/>
          <a:lstStyle/>
          <a:p>
            <a:r>
              <a:rPr lang="zh-CN" altLang="en-US"/>
              <a:t>制作人：苍穹</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p:cNvGraphicFramePr/>
          <p:nvPr/>
        </p:nvGraphicFramePr>
        <p:xfrm>
          <a:off x="1285852" y="1643050"/>
          <a:ext cx="6786610" cy="43577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标题 1"/>
          <p:cNvSpPr txBox="1">
            <a:spLocks/>
          </p:cNvSpPr>
          <p:nvPr/>
        </p:nvSpPr>
        <p:spPr>
          <a:xfrm>
            <a:off x="500034" y="714356"/>
            <a:ext cx="6072230"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首先让我们来思考下战斗数值的一些问题</a:t>
            </a:r>
          </a:p>
        </p:txBody>
      </p:sp>
      <p:sp>
        <p:nvSpPr>
          <p:cNvPr id="8" name="页脚占位符 7"/>
          <p:cNvSpPr>
            <a:spLocks noGrp="1"/>
          </p:cNvSpPr>
          <p:nvPr>
            <p:ph type="ftr" sz="quarter" idx="11"/>
          </p:nvPr>
        </p:nvSpPr>
        <p:spPr/>
        <p:txBody>
          <a:bodyPr/>
          <a:lstStyle/>
          <a:p>
            <a:r>
              <a:rPr lang="zh-CN" altLang="en-US"/>
              <a:t>制作人：苍穹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a:xfrm>
            <a:off x="500034" y="714356"/>
            <a:ext cx="6072230"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提取上面问题中的要点</a:t>
            </a:r>
          </a:p>
        </p:txBody>
      </p:sp>
      <p:graphicFrame>
        <p:nvGraphicFramePr>
          <p:cNvPr id="8" name="图示 7"/>
          <p:cNvGraphicFramePr/>
          <p:nvPr/>
        </p:nvGraphicFramePr>
        <p:xfrm>
          <a:off x="1428728" y="2214554"/>
          <a:ext cx="6477024" cy="30321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页脚占位符 8"/>
          <p:cNvSpPr>
            <a:spLocks noGrp="1"/>
          </p:cNvSpPr>
          <p:nvPr>
            <p:ph type="ftr" sz="quarter" idx="11"/>
          </p:nvPr>
        </p:nvSpPr>
        <p:spPr/>
        <p:txBody>
          <a:bodyPr/>
          <a:lstStyle/>
          <a:p>
            <a:r>
              <a:rPr lang="zh-CN" altLang="en-US"/>
              <a:t>制作人：苍穹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a:xfrm>
            <a:off x="928662" y="1643050"/>
            <a:ext cx="7358114" cy="3286148"/>
          </a:xfrm>
          <a:prstGeom prst="roundRect">
            <a:avLst/>
          </a:prstGeom>
          <a:solidFill>
            <a:schemeClr val="lt1">
              <a:alpha val="28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3" name="标题 1"/>
          <p:cNvSpPr txBox="1">
            <a:spLocks/>
          </p:cNvSpPr>
          <p:nvPr/>
        </p:nvSpPr>
        <p:spPr>
          <a:xfrm>
            <a:off x="500034" y="714356"/>
            <a:ext cx="4786346"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战斗数值的模块划分</a:t>
            </a:r>
          </a:p>
        </p:txBody>
      </p:sp>
      <p:graphicFrame>
        <p:nvGraphicFramePr>
          <p:cNvPr id="11" name="图示 10"/>
          <p:cNvGraphicFramePr/>
          <p:nvPr/>
        </p:nvGraphicFramePr>
        <p:xfrm>
          <a:off x="642910" y="1785926"/>
          <a:ext cx="3405190" cy="2889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矩形 13"/>
          <p:cNvSpPr/>
          <p:nvPr/>
        </p:nvSpPr>
        <p:spPr>
          <a:xfrm>
            <a:off x="357158" y="5500702"/>
            <a:ext cx="8501122" cy="928694"/>
          </a:xfrm>
          <a:prstGeom prst="rect">
            <a:avLst/>
          </a:prstGeom>
          <a:solidFill>
            <a:schemeClr val="accent6">
              <a:lumMod val="20000"/>
              <a:lumOff val="8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accent4">
                    <a:lumMod val="50000"/>
                  </a:schemeClr>
                </a:solidFill>
              </a:rPr>
              <a:t>将所有影响角色属性的各系统数值整合到属性模块中（不包括例如暴击率这类的概率数值），以统一的初始值及成长值来与角色等级进行关联，做成以角色等级为变量的线性成长，是最简单快捷的保证相对平衡的数值设计思路。而其它模块，如上方右面图示中的技能模块、道具模块、概率数值，都同样可以用该方式来设计。</a:t>
            </a:r>
          </a:p>
        </p:txBody>
      </p:sp>
      <p:graphicFrame>
        <p:nvGraphicFramePr>
          <p:cNvPr id="16" name="图示 15"/>
          <p:cNvGraphicFramePr/>
          <p:nvPr/>
        </p:nvGraphicFramePr>
        <p:xfrm>
          <a:off x="4953024" y="1785926"/>
          <a:ext cx="3405190" cy="288925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7" name="下弧形箭头 16"/>
          <p:cNvSpPr/>
          <p:nvPr/>
        </p:nvSpPr>
        <p:spPr>
          <a:xfrm rot="20862881">
            <a:off x="3428992" y="3929066"/>
            <a:ext cx="928694" cy="428628"/>
          </a:xfrm>
          <a:prstGeom prst="curved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endParaRPr>
          </a:p>
        </p:txBody>
      </p:sp>
      <p:sp>
        <p:nvSpPr>
          <p:cNvPr id="18" name="下弧形箭头 17"/>
          <p:cNvSpPr/>
          <p:nvPr/>
        </p:nvSpPr>
        <p:spPr>
          <a:xfrm rot="10328737">
            <a:off x="4454055" y="2204560"/>
            <a:ext cx="928694" cy="428628"/>
          </a:xfrm>
          <a:prstGeom prst="curvedUpArrow">
            <a:avLst/>
          </a:prstGeom>
          <a:scene3d>
            <a:camera prst="orthographicFront">
              <a:rot lat="0" lon="21599991" rev="0"/>
            </a:camera>
            <a:lightRig rig="threePt" dir="t"/>
          </a:scene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4000496" y="2857496"/>
            <a:ext cx="857256" cy="85725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sz="1600" dirty="0"/>
              <a:t>角色等级</a:t>
            </a:r>
          </a:p>
        </p:txBody>
      </p:sp>
      <p:sp>
        <p:nvSpPr>
          <p:cNvPr id="12" name="页脚占位符 11"/>
          <p:cNvSpPr>
            <a:spLocks noGrp="1"/>
          </p:cNvSpPr>
          <p:nvPr>
            <p:ph type="ftr" sz="quarter" idx="11"/>
          </p:nvPr>
        </p:nvSpPr>
        <p:spPr/>
        <p:txBody>
          <a:bodyPr/>
          <a:lstStyle/>
          <a:p>
            <a:r>
              <a:rPr lang="zh-CN" altLang="en-US"/>
              <a:t>制作人：苍穹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a:xfrm>
            <a:off x="500034" y="714356"/>
            <a:ext cx="4786346"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玩家行为导致的实际差异</a:t>
            </a:r>
          </a:p>
        </p:txBody>
      </p:sp>
      <p:sp>
        <p:nvSpPr>
          <p:cNvPr id="4" name="TextBox 3"/>
          <p:cNvSpPr txBox="1"/>
          <p:nvPr/>
        </p:nvSpPr>
        <p:spPr>
          <a:xfrm>
            <a:off x="428596" y="1571612"/>
            <a:ext cx="8286808" cy="884070"/>
          </a:xfrm>
          <a:prstGeom prst="rect">
            <a:avLst/>
          </a:prstGeom>
          <a:noFill/>
        </p:spPr>
        <p:txBody>
          <a:bodyPr wrap="square" tIns="72000" bIns="72000" rtlCol="0">
            <a:spAutoFit/>
          </a:bodyPr>
          <a:lstStyle/>
          <a:p>
            <a:r>
              <a:rPr lang="zh-CN" altLang="en-US" sz="1600" dirty="0">
                <a:solidFill>
                  <a:schemeClr val="accent4">
                    <a:lumMod val="50000"/>
                  </a:schemeClr>
                </a:solidFill>
              </a:rPr>
              <a:t>　　　无论采用什么样的伤害公式，回合数（攻击次数）都是在调节战斗数值平衡时必要考虑的问题，同时也是如何调节数值的方向及确认初步理论平衡的解答。</a:t>
            </a:r>
            <a:endParaRPr lang="en-US" altLang="zh-CN" sz="1600" dirty="0">
              <a:solidFill>
                <a:schemeClr val="accent4">
                  <a:lumMod val="50000"/>
                </a:schemeClr>
              </a:solidFill>
            </a:endParaRPr>
          </a:p>
          <a:p>
            <a:r>
              <a:rPr lang="zh-CN" altLang="en-US" sz="1600" dirty="0">
                <a:solidFill>
                  <a:schemeClr val="accent4">
                    <a:lumMod val="50000"/>
                  </a:schemeClr>
                </a:solidFill>
              </a:rPr>
              <a:t>　　　</a:t>
            </a:r>
            <a:endParaRPr lang="en-US" altLang="zh-CN" sz="1600" dirty="0">
              <a:solidFill>
                <a:schemeClr val="accent4">
                  <a:lumMod val="50000"/>
                </a:schemeClr>
              </a:solidFill>
            </a:endParaRPr>
          </a:p>
        </p:txBody>
      </p:sp>
      <p:sp>
        <p:nvSpPr>
          <p:cNvPr id="6" name="椭圆 5"/>
          <p:cNvSpPr/>
          <p:nvPr/>
        </p:nvSpPr>
        <p:spPr>
          <a:xfrm>
            <a:off x="2981314" y="3143248"/>
            <a:ext cx="2895620" cy="1214446"/>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000" b="1" dirty="0">
                <a:solidFill>
                  <a:schemeClr val="accent4">
                    <a:lumMod val="50000"/>
                  </a:schemeClr>
                </a:solidFill>
              </a:rPr>
              <a:t>攻击次数</a:t>
            </a:r>
          </a:p>
        </p:txBody>
      </p:sp>
      <p:sp>
        <p:nvSpPr>
          <p:cNvPr id="7" name="椭圆 6"/>
          <p:cNvSpPr/>
          <p:nvPr/>
        </p:nvSpPr>
        <p:spPr>
          <a:xfrm>
            <a:off x="3786182" y="2571744"/>
            <a:ext cx="1357322" cy="857256"/>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2000" b="1" dirty="0">
                <a:solidFill>
                  <a:schemeClr val="accent4">
                    <a:lumMod val="50000"/>
                  </a:schemeClr>
                </a:solidFill>
              </a:rPr>
              <a:t>同级差异</a:t>
            </a:r>
          </a:p>
        </p:txBody>
      </p:sp>
      <p:sp>
        <p:nvSpPr>
          <p:cNvPr id="9" name="椭圆 8"/>
          <p:cNvSpPr/>
          <p:nvPr/>
        </p:nvSpPr>
        <p:spPr>
          <a:xfrm>
            <a:off x="3786182" y="4071942"/>
            <a:ext cx="1357322" cy="857256"/>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2000" b="1" dirty="0">
                <a:solidFill>
                  <a:schemeClr val="accent4">
                    <a:lumMod val="50000"/>
                  </a:schemeClr>
                </a:solidFill>
              </a:rPr>
              <a:t>异级差异</a:t>
            </a:r>
          </a:p>
        </p:txBody>
      </p:sp>
      <p:sp>
        <p:nvSpPr>
          <p:cNvPr id="10" name="椭圆 9"/>
          <p:cNvSpPr/>
          <p:nvPr/>
        </p:nvSpPr>
        <p:spPr>
          <a:xfrm>
            <a:off x="2285984" y="3214686"/>
            <a:ext cx="1357322" cy="1000132"/>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1" dirty="0">
                <a:solidFill>
                  <a:schemeClr val="bg1"/>
                </a:solidFill>
              </a:rPr>
              <a:t>相同系统加成</a:t>
            </a:r>
          </a:p>
        </p:txBody>
      </p:sp>
      <p:sp>
        <p:nvSpPr>
          <p:cNvPr id="11" name="椭圆 10"/>
          <p:cNvSpPr/>
          <p:nvPr/>
        </p:nvSpPr>
        <p:spPr>
          <a:xfrm>
            <a:off x="5214942" y="3214686"/>
            <a:ext cx="1357322" cy="1000132"/>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b="1" dirty="0">
                <a:solidFill>
                  <a:schemeClr val="bg1"/>
                </a:solidFill>
              </a:rPr>
              <a:t>不同系统加成</a:t>
            </a:r>
          </a:p>
        </p:txBody>
      </p:sp>
      <p:sp>
        <p:nvSpPr>
          <p:cNvPr id="12" name="矩形 11"/>
          <p:cNvSpPr/>
          <p:nvPr/>
        </p:nvSpPr>
        <p:spPr>
          <a:xfrm>
            <a:off x="357158" y="5500702"/>
            <a:ext cx="8501122" cy="642942"/>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accent4">
                    <a:lumMod val="50000"/>
                  </a:schemeClr>
                </a:solidFill>
              </a:rPr>
              <a:t>实际标准应该是战斗时间，但为了方便，我们通常转换为战斗回合数</a:t>
            </a:r>
            <a:r>
              <a:rPr lang="en-US" altLang="zh-CN" sz="1400" dirty="0">
                <a:solidFill>
                  <a:schemeClr val="accent4">
                    <a:lumMod val="50000"/>
                  </a:schemeClr>
                </a:solidFill>
              </a:rPr>
              <a:t>(</a:t>
            </a:r>
            <a:r>
              <a:rPr lang="zh-CN" altLang="en-US" sz="1400" dirty="0">
                <a:solidFill>
                  <a:schemeClr val="accent4">
                    <a:lumMod val="50000"/>
                  </a:schemeClr>
                </a:solidFill>
              </a:rPr>
              <a:t>另一种叫法是攻击次数</a:t>
            </a:r>
            <a:r>
              <a:rPr lang="en-US" altLang="zh-CN" sz="1400" dirty="0">
                <a:solidFill>
                  <a:schemeClr val="accent4">
                    <a:lumMod val="50000"/>
                  </a:schemeClr>
                </a:solidFill>
              </a:rPr>
              <a:t>)</a:t>
            </a:r>
            <a:r>
              <a:rPr lang="zh-CN" altLang="en-US" sz="1400" dirty="0">
                <a:solidFill>
                  <a:schemeClr val="accent4">
                    <a:lumMod val="50000"/>
                  </a:schemeClr>
                </a:solidFill>
              </a:rPr>
              <a:t>，以回合数来计算统计，对于有攻速影响的游戏，还是需要在最后再转换回战斗时间去衡量了。</a:t>
            </a:r>
          </a:p>
        </p:txBody>
      </p:sp>
      <p:sp>
        <p:nvSpPr>
          <p:cNvPr id="13" name="页脚占位符 12"/>
          <p:cNvSpPr>
            <a:spLocks noGrp="1"/>
          </p:cNvSpPr>
          <p:nvPr>
            <p:ph type="ftr" sz="quarter" idx="11"/>
          </p:nvPr>
        </p:nvSpPr>
        <p:spPr/>
        <p:txBody>
          <a:bodyPr/>
          <a:lstStyle/>
          <a:p>
            <a:r>
              <a:rPr lang="zh-CN" altLang="en-US"/>
              <a:t>制作人：苍穹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a:t>制作人：苍穹</a:t>
            </a:r>
          </a:p>
        </p:txBody>
      </p:sp>
      <p:graphicFrame>
        <p:nvGraphicFramePr>
          <p:cNvPr id="8" name="图示 7"/>
          <p:cNvGraphicFramePr/>
          <p:nvPr/>
        </p:nvGraphicFramePr>
        <p:xfrm>
          <a:off x="1071538" y="1643050"/>
          <a:ext cx="6858048" cy="4572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标题 1"/>
          <p:cNvSpPr txBox="1">
            <a:spLocks/>
          </p:cNvSpPr>
          <p:nvPr/>
        </p:nvSpPr>
        <p:spPr>
          <a:xfrm>
            <a:off x="500034" y="714356"/>
            <a:ext cx="5786478"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属性模块设计思路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a:t>制作人：苍穹</a:t>
            </a:r>
          </a:p>
        </p:txBody>
      </p:sp>
      <p:sp>
        <p:nvSpPr>
          <p:cNvPr id="5" name="标题 1"/>
          <p:cNvSpPr txBox="1">
            <a:spLocks/>
          </p:cNvSpPr>
          <p:nvPr/>
        </p:nvSpPr>
        <p:spPr>
          <a:xfrm>
            <a:off x="500034" y="714356"/>
            <a:ext cx="4786346"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技能模块设计思路</a:t>
            </a:r>
            <a:r>
              <a:rPr lang="en-US" altLang="zh-CN" b="1" dirty="0">
                <a:solidFill>
                  <a:schemeClr val="accent4">
                    <a:lumMod val="50000"/>
                  </a:schemeClr>
                </a:solidFill>
              </a:rPr>
              <a:t>————</a:t>
            </a:r>
            <a:r>
              <a:rPr lang="zh-CN" altLang="en-US" b="1" dirty="0">
                <a:solidFill>
                  <a:schemeClr val="accent4">
                    <a:lumMod val="50000"/>
                  </a:schemeClr>
                </a:solidFill>
              </a:rPr>
              <a:t>技能伤害</a:t>
            </a:r>
            <a:r>
              <a:rPr lang="en-US" altLang="zh-CN" b="1" dirty="0">
                <a:solidFill>
                  <a:schemeClr val="accent4">
                    <a:lumMod val="50000"/>
                  </a:schemeClr>
                </a:solidFill>
              </a:rPr>
              <a:t>/</a:t>
            </a:r>
            <a:r>
              <a:rPr lang="zh-CN" altLang="en-US" b="1" dirty="0">
                <a:solidFill>
                  <a:schemeClr val="accent4">
                    <a:lumMod val="50000"/>
                  </a:schemeClr>
                </a:solidFill>
              </a:rPr>
              <a:t>治疗能力</a:t>
            </a:r>
          </a:p>
        </p:txBody>
      </p:sp>
      <p:sp>
        <p:nvSpPr>
          <p:cNvPr id="6" name="TextBox 5"/>
          <p:cNvSpPr txBox="1"/>
          <p:nvPr/>
        </p:nvSpPr>
        <p:spPr>
          <a:xfrm>
            <a:off x="428596" y="1571612"/>
            <a:ext cx="8286808" cy="1653511"/>
          </a:xfrm>
          <a:prstGeom prst="rect">
            <a:avLst/>
          </a:prstGeom>
          <a:noFill/>
        </p:spPr>
        <p:txBody>
          <a:bodyPr wrap="square" tIns="72000" bIns="72000" rtlCol="0">
            <a:spAutoFit/>
          </a:bodyPr>
          <a:lstStyle/>
          <a:p>
            <a:r>
              <a:rPr lang="zh-CN" altLang="en-US" sz="1400" dirty="0">
                <a:solidFill>
                  <a:schemeClr val="accent4">
                    <a:lumMod val="50000"/>
                  </a:schemeClr>
                </a:solidFill>
              </a:rPr>
              <a:t>先思考下：</a:t>
            </a:r>
            <a:endParaRPr lang="en-US" altLang="zh-CN" sz="1400" dirty="0">
              <a:solidFill>
                <a:schemeClr val="accent4">
                  <a:lumMod val="50000"/>
                </a:schemeClr>
              </a:solidFill>
            </a:endParaRPr>
          </a:p>
          <a:p>
            <a:r>
              <a:rPr lang="en-US" altLang="zh-CN" sz="1400" dirty="0">
                <a:solidFill>
                  <a:schemeClr val="accent4">
                    <a:lumMod val="50000"/>
                  </a:schemeClr>
                </a:solidFill>
              </a:rPr>
              <a:t>            1.</a:t>
            </a:r>
            <a:r>
              <a:rPr lang="zh-CN" altLang="en-US" sz="1400" dirty="0">
                <a:solidFill>
                  <a:schemeClr val="accent4">
                    <a:lumMod val="50000"/>
                  </a:schemeClr>
                </a:solidFill>
              </a:rPr>
              <a:t>从数值的角度来看，技能的作用是改变战斗回合数，再精确点就是改变战斗时间。</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我们知道在我们的规划中，玩家角色多少级时会学会一个技能，多少级时会将一个技能提升到下一级。</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我们能知道同一等级下量化出来的理论上的普攻伤害区间及普攻回合数区间。</a:t>
            </a:r>
            <a:endParaRPr lang="en-US" altLang="zh-CN" sz="1400" dirty="0">
              <a:solidFill>
                <a:schemeClr val="accent4">
                  <a:lumMod val="50000"/>
                </a:schemeClr>
              </a:solidFill>
            </a:endParaRPr>
          </a:p>
          <a:p>
            <a:r>
              <a:rPr lang="en-US" altLang="zh-CN" sz="1400" dirty="0">
                <a:solidFill>
                  <a:schemeClr val="accent4">
                    <a:lumMod val="50000"/>
                  </a:schemeClr>
                </a:solidFill>
              </a:rPr>
              <a:t>            4.</a:t>
            </a:r>
            <a:r>
              <a:rPr lang="zh-CN" altLang="en-US" sz="1400" dirty="0">
                <a:solidFill>
                  <a:schemeClr val="accent4">
                    <a:lumMod val="50000"/>
                  </a:schemeClr>
                </a:solidFill>
              </a:rPr>
              <a:t>在属性的理论平衡下，我们希望一个角色在遭到多少个人集火后的多少秒内被杀死。</a:t>
            </a:r>
            <a:endParaRPr lang="en-US" altLang="zh-CN" sz="1400" dirty="0">
              <a:solidFill>
                <a:schemeClr val="accent4">
                  <a:lumMod val="50000"/>
                </a:schemeClr>
              </a:solidFill>
            </a:endParaRPr>
          </a:p>
          <a:p>
            <a:r>
              <a:rPr lang="zh-CN" altLang="en-US" sz="1400" dirty="0">
                <a:solidFill>
                  <a:schemeClr val="accent4">
                    <a:lumMod val="50000"/>
                  </a:schemeClr>
                </a:solidFill>
              </a:rPr>
              <a:t>　　　</a:t>
            </a:r>
            <a:endParaRPr lang="en-US" altLang="zh-CN" sz="1400" dirty="0">
              <a:solidFill>
                <a:schemeClr val="accent4">
                  <a:lumMod val="50000"/>
                </a:schemeClr>
              </a:solidFill>
            </a:endParaRPr>
          </a:p>
        </p:txBody>
      </p:sp>
      <p:graphicFrame>
        <p:nvGraphicFramePr>
          <p:cNvPr id="7" name="图示 6"/>
          <p:cNvGraphicFramePr/>
          <p:nvPr/>
        </p:nvGraphicFramePr>
        <p:xfrm>
          <a:off x="1214414" y="2254256"/>
          <a:ext cx="6715172" cy="3103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571472" y="5490974"/>
            <a:ext cx="8286808" cy="1007181"/>
          </a:xfrm>
          <a:prstGeom prst="rect">
            <a:avLst/>
          </a:prstGeom>
          <a:noFill/>
        </p:spPr>
        <p:txBody>
          <a:bodyPr wrap="square" tIns="72000" bIns="72000" rtlCol="0">
            <a:spAutoFit/>
          </a:bodyPr>
          <a:lstStyle/>
          <a:p>
            <a:r>
              <a:rPr lang="zh-CN" altLang="en-US" sz="1400" dirty="0">
                <a:solidFill>
                  <a:schemeClr val="accent4">
                    <a:lumMod val="50000"/>
                  </a:schemeClr>
                </a:solidFill>
              </a:rPr>
              <a:t>注意事项：</a:t>
            </a:r>
            <a:endParaRPr lang="en-US" altLang="zh-CN" sz="1400" dirty="0">
              <a:solidFill>
                <a:schemeClr val="accent4">
                  <a:lumMod val="50000"/>
                </a:schemeClr>
              </a:solidFill>
            </a:endParaRPr>
          </a:p>
          <a:p>
            <a:r>
              <a:rPr lang="en-US" altLang="zh-CN" sz="1400" dirty="0">
                <a:solidFill>
                  <a:schemeClr val="accent4">
                    <a:lumMod val="50000"/>
                  </a:schemeClr>
                </a:solidFill>
              </a:rPr>
              <a:t>            1.CD</a:t>
            </a:r>
            <a:r>
              <a:rPr lang="zh-CN" altLang="en-US" sz="1400" dirty="0">
                <a:solidFill>
                  <a:schemeClr val="accent4">
                    <a:lumMod val="50000"/>
                  </a:schemeClr>
                </a:solidFill>
              </a:rPr>
              <a:t>提取出来单独考虑，先做技能的效果数值（直接的或持续的伤害值</a:t>
            </a:r>
            <a:r>
              <a:rPr lang="en-US" altLang="zh-CN" sz="1400" dirty="0">
                <a:solidFill>
                  <a:schemeClr val="accent4">
                    <a:lumMod val="50000"/>
                  </a:schemeClr>
                </a:solidFill>
              </a:rPr>
              <a:t>/</a:t>
            </a:r>
            <a:r>
              <a:rPr lang="zh-CN" altLang="en-US" sz="1400" dirty="0">
                <a:solidFill>
                  <a:schemeClr val="accent4">
                    <a:lumMod val="50000"/>
                  </a:schemeClr>
                </a:solidFill>
              </a:rPr>
              <a:t>治疗值）。</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消耗同样提取出来单独考虑。</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有攻速影响就要将回合数转换成时间来看，攻速这一属性最好也能由角色等级来把控区间。 　　　</a:t>
            </a:r>
            <a:endParaRPr lang="en-US" altLang="zh-CN" sz="1400" dirty="0">
              <a:solidFill>
                <a:schemeClr val="accent4">
                  <a:lumMod val="50000"/>
                </a:schemeClr>
              </a:solidFill>
            </a:endParaRPr>
          </a:p>
        </p:txBody>
      </p:sp>
      <p:sp>
        <p:nvSpPr>
          <p:cNvPr id="9" name="矩形 8"/>
          <p:cNvSpPr/>
          <p:nvPr/>
        </p:nvSpPr>
        <p:spPr>
          <a:xfrm>
            <a:off x="2214546" y="5072074"/>
            <a:ext cx="4857784" cy="428628"/>
          </a:xfrm>
          <a:prstGeom prst="rect">
            <a:avLst/>
          </a:prstGeom>
          <a:solidFill>
            <a:schemeClr val="accent4">
              <a:lumMod val="40000"/>
              <a:lumOff val="6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1200" dirty="0">
                <a:solidFill>
                  <a:schemeClr val="accent4">
                    <a:lumMod val="50000"/>
                  </a:schemeClr>
                </a:solidFill>
              </a:rPr>
              <a:t>每个技能伤害公式都设置一个标准技能，修正标准技能的参数值去调节其它技能。</a:t>
            </a:r>
          </a:p>
        </p:txBody>
      </p:sp>
      <p:sp>
        <p:nvSpPr>
          <p:cNvPr id="10" name="右大括号 9"/>
          <p:cNvSpPr/>
          <p:nvPr/>
        </p:nvSpPr>
        <p:spPr>
          <a:xfrm rot="5400000">
            <a:off x="4464843" y="2107397"/>
            <a:ext cx="285752" cy="5357850"/>
          </a:xfrm>
          <a:prstGeom prst="rightBrace">
            <a:avLst/>
          </a:pr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a:t>制作人：苍穹</a:t>
            </a:r>
          </a:p>
        </p:txBody>
      </p:sp>
      <p:sp>
        <p:nvSpPr>
          <p:cNvPr id="5" name="标题 1"/>
          <p:cNvSpPr txBox="1">
            <a:spLocks/>
          </p:cNvSpPr>
          <p:nvPr/>
        </p:nvSpPr>
        <p:spPr>
          <a:xfrm>
            <a:off x="500034" y="714356"/>
            <a:ext cx="5429288"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技能模块设计思路</a:t>
            </a:r>
            <a:r>
              <a:rPr lang="en-US" altLang="zh-CN" b="1" dirty="0">
                <a:solidFill>
                  <a:schemeClr val="accent4">
                    <a:lumMod val="50000"/>
                  </a:schemeClr>
                </a:solidFill>
              </a:rPr>
              <a:t>————</a:t>
            </a:r>
            <a:r>
              <a:rPr lang="zh-CN" altLang="en-US" b="1" dirty="0">
                <a:solidFill>
                  <a:schemeClr val="accent4">
                    <a:lumMod val="50000"/>
                  </a:schemeClr>
                </a:solidFill>
              </a:rPr>
              <a:t>控制</a:t>
            </a:r>
            <a:r>
              <a:rPr lang="en-US" altLang="zh-CN" b="1" dirty="0">
                <a:solidFill>
                  <a:schemeClr val="accent4">
                    <a:lumMod val="50000"/>
                  </a:schemeClr>
                </a:solidFill>
              </a:rPr>
              <a:t>/</a:t>
            </a:r>
            <a:r>
              <a:rPr lang="zh-CN" altLang="en-US" b="1" dirty="0">
                <a:solidFill>
                  <a:schemeClr val="accent4">
                    <a:lumMod val="50000"/>
                  </a:schemeClr>
                </a:solidFill>
              </a:rPr>
              <a:t>限制</a:t>
            </a:r>
            <a:r>
              <a:rPr lang="en-US" altLang="zh-CN" b="1" dirty="0">
                <a:solidFill>
                  <a:schemeClr val="accent4">
                    <a:lumMod val="50000"/>
                  </a:schemeClr>
                </a:solidFill>
              </a:rPr>
              <a:t>/</a:t>
            </a:r>
            <a:r>
              <a:rPr lang="zh-CN" altLang="en-US" b="1" dirty="0">
                <a:solidFill>
                  <a:schemeClr val="accent4">
                    <a:lumMod val="50000"/>
                  </a:schemeClr>
                </a:solidFill>
              </a:rPr>
              <a:t>增益</a:t>
            </a:r>
            <a:r>
              <a:rPr lang="en-US" altLang="zh-CN" b="1" dirty="0">
                <a:solidFill>
                  <a:schemeClr val="accent4">
                    <a:lumMod val="50000"/>
                  </a:schemeClr>
                </a:solidFill>
              </a:rPr>
              <a:t>/</a:t>
            </a:r>
            <a:r>
              <a:rPr lang="zh-CN" altLang="en-US" b="1" dirty="0">
                <a:solidFill>
                  <a:schemeClr val="accent4">
                    <a:lumMod val="50000"/>
                  </a:schemeClr>
                </a:solidFill>
              </a:rPr>
              <a:t>减益状态</a:t>
            </a:r>
          </a:p>
        </p:txBody>
      </p:sp>
      <p:sp>
        <p:nvSpPr>
          <p:cNvPr id="6" name="TextBox 5"/>
          <p:cNvSpPr txBox="1"/>
          <p:nvPr/>
        </p:nvSpPr>
        <p:spPr>
          <a:xfrm>
            <a:off x="428596" y="1357298"/>
            <a:ext cx="8286808" cy="1438068"/>
          </a:xfrm>
          <a:prstGeom prst="rect">
            <a:avLst/>
          </a:prstGeom>
          <a:noFill/>
        </p:spPr>
        <p:txBody>
          <a:bodyPr wrap="square" tIns="72000" bIns="72000" rtlCol="0">
            <a:spAutoFit/>
          </a:bodyPr>
          <a:lstStyle/>
          <a:p>
            <a:r>
              <a:rPr lang="zh-CN" altLang="en-US" sz="1400" dirty="0">
                <a:solidFill>
                  <a:schemeClr val="accent4">
                    <a:lumMod val="50000"/>
                  </a:schemeClr>
                </a:solidFill>
              </a:rPr>
              <a:t>先思考下：</a:t>
            </a:r>
            <a:endParaRPr lang="en-US" altLang="zh-CN" sz="1400" dirty="0">
              <a:solidFill>
                <a:schemeClr val="accent4">
                  <a:lumMod val="50000"/>
                </a:schemeClr>
              </a:solidFill>
            </a:endParaRPr>
          </a:p>
          <a:p>
            <a:r>
              <a:rPr lang="en-US" altLang="zh-CN" sz="1400" dirty="0">
                <a:solidFill>
                  <a:schemeClr val="accent4">
                    <a:lumMod val="50000"/>
                  </a:schemeClr>
                </a:solidFill>
              </a:rPr>
              <a:t>            1.</a:t>
            </a:r>
            <a:r>
              <a:rPr lang="zh-CN" altLang="en-US" sz="1400" dirty="0">
                <a:solidFill>
                  <a:schemeClr val="accent4">
                    <a:lumMod val="50000"/>
                  </a:schemeClr>
                </a:solidFill>
              </a:rPr>
              <a:t>从数值的角度来看，技能的作用是改变战斗回合数，再精确点就是改变战斗时间。</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控制</a:t>
            </a:r>
            <a:r>
              <a:rPr lang="en-US" altLang="zh-CN" sz="1400" dirty="0">
                <a:solidFill>
                  <a:schemeClr val="accent4">
                    <a:lumMod val="50000"/>
                  </a:schemeClr>
                </a:solidFill>
              </a:rPr>
              <a:t>/</a:t>
            </a:r>
            <a:r>
              <a:rPr lang="zh-CN" altLang="en-US" sz="1400" dirty="0">
                <a:solidFill>
                  <a:schemeClr val="accent4">
                    <a:lumMod val="50000"/>
                  </a:schemeClr>
                </a:solidFill>
              </a:rPr>
              <a:t>限制时间内，当前等级下能够做出多少次普通攻击</a:t>
            </a:r>
            <a:r>
              <a:rPr lang="en-US" altLang="zh-CN" sz="1400" dirty="0">
                <a:solidFill>
                  <a:schemeClr val="accent4">
                    <a:lumMod val="50000"/>
                  </a:schemeClr>
                </a:solidFill>
              </a:rPr>
              <a:t>/</a:t>
            </a:r>
            <a:r>
              <a:rPr lang="zh-CN" altLang="en-US" sz="1400" dirty="0">
                <a:solidFill>
                  <a:schemeClr val="accent4">
                    <a:lumMod val="50000"/>
                  </a:schemeClr>
                </a:solidFill>
              </a:rPr>
              <a:t>技能攻击。</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增益</a:t>
            </a:r>
            <a:r>
              <a:rPr lang="en-US" altLang="zh-CN" sz="1400" dirty="0">
                <a:solidFill>
                  <a:schemeClr val="accent4">
                    <a:lumMod val="50000"/>
                  </a:schemeClr>
                </a:solidFill>
              </a:rPr>
              <a:t>/</a:t>
            </a:r>
            <a:r>
              <a:rPr lang="zh-CN" altLang="en-US" sz="1400" dirty="0">
                <a:solidFill>
                  <a:schemeClr val="accent4">
                    <a:lumMod val="50000"/>
                  </a:schemeClr>
                </a:solidFill>
              </a:rPr>
              <a:t>减益状态持续时间内，提升</a:t>
            </a:r>
            <a:r>
              <a:rPr lang="en-US" altLang="zh-CN" sz="1400" dirty="0">
                <a:solidFill>
                  <a:schemeClr val="accent4">
                    <a:lumMod val="50000"/>
                  </a:schemeClr>
                </a:solidFill>
              </a:rPr>
              <a:t>/</a:t>
            </a:r>
            <a:r>
              <a:rPr lang="zh-CN" altLang="en-US" sz="1400" dirty="0">
                <a:solidFill>
                  <a:schemeClr val="accent4">
                    <a:lumMod val="50000"/>
                  </a:schemeClr>
                </a:solidFill>
              </a:rPr>
              <a:t>减少了多少普攻次数。</a:t>
            </a:r>
            <a:endParaRPr lang="en-US" altLang="zh-CN" sz="1400" dirty="0">
              <a:solidFill>
                <a:schemeClr val="accent4">
                  <a:lumMod val="50000"/>
                </a:schemeClr>
              </a:solidFill>
            </a:endParaRPr>
          </a:p>
          <a:p>
            <a:r>
              <a:rPr lang="en-US" altLang="zh-CN" sz="1400" dirty="0">
                <a:solidFill>
                  <a:schemeClr val="accent4">
                    <a:lumMod val="50000"/>
                  </a:schemeClr>
                </a:solidFill>
              </a:rPr>
              <a:t>            4.</a:t>
            </a:r>
            <a:r>
              <a:rPr lang="zh-CN" altLang="en-US" sz="1400" dirty="0">
                <a:solidFill>
                  <a:schemeClr val="accent4">
                    <a:lumMod val="50000"/>
                  </a:schemeClr>
                </a:solidFill>
              </a:rPr>
              <a:t>通过以上问题去调节这类技能所附加的固定伤害和伤害系数。</a:t>
            </a:r>
            <a:endParaRPr lang="en-US" altLang="zh-CN" sz="1400" dirty="0">
              <a:solidFill>
                <a:schemeClr val="accent4">
                  <a:lumMod val="50000"/>
                </a:schemeClr>
              </a:solidFill>
            </a:endParaRPr>
          </a:p>
          <a:p>
            <a:r>
              <a:rPr lang="zh-CN" altLang="en-US" sz="1400" dirty="0">
                <a:solidFill>
                  <a:schemeClr val="accent4">
                    <a:lumMod val="50000"/>
                  </a:schemeClr>
                </a:solidFill>
              </a:rPr>
              <a:t>　　　</a:t>
            </a:r>
            <a:endParaRPr lang="en-US" altLang="zh-CN" sz="1400" dirty="0">
              <a:solidFill>
                <a:schemeClr val="accent4">
                  <a:lumMod val="50000"/>
                </a:schemeClr>
              </a:solidFill>
            </a:endParaRPr>
          </a:p>
        </p:txBody>
      </p:sp>
      <p:sp>
        <p:nvSpPr>
          <p:cNvPr id="8" name="TextBox 7"/>
          <p:cNvSpPr txBox="1"/>
          <p:nvPr/>
        </p:nvSpPr>
        <p:spPr>
          <a:xfrm>
            <a:off x="642910" y="4786322"/>
            <a:ext cx="7929618" cy="1868955"/>
          </a:xfrm>
          <a:prstGeom prst="rect">
            <a:avLst/>
          </a:prstGeom>
          <a:noFill/>
        </p:spPr>
        <p:txBody>
          <a:bodyPr wrap="square" tIns="72000" bIns="72000" rtlCol="0">
            <a:spAutoFit/>
          </a:bodyPr>
          <a:lstStyle/>
          <a:p>
            <a:r>
              <a:rPr lang="zh-CN" altLang="en-US" sz="1400" dirty="0">
                <a:solidFill>
                  <a:schemeClr val="accent4">
                    <a:lumMod val="50000"/>
                  </a:schemeClr>
                </a:solidFill>
              </a:rPr>
              <a:t>注意事项：</a:t>
            </a:r>
            <a:endParaRPr lang="en-US" altLang="zh-CN" sz="1400" dirty="0">
              <a:solidFill>
                <a:schemeClr val="accent4">
                  <a:lumMod val="50000"/>
                </a:schemeClr>
              </a:solidFill>
            </a:endParaRPr>
          </a:p>
          <a:p>
            <a:r>
              <a:rPr lang="en-US" altLang="zh-CN" sz="1400" dirty="0">
                <a:solidFill>
                  <a:schemeClr val="accent4">
                    <a:lumMod val="50000"/>
                  </a:schemeClr>
                </a:solidFill>
              </a:rPr>
              <a:t>        1.</a:t>
            </a:r>
            <a:r>
              <a:rPr lang="zh-CN" altLang="en-US" sz="1400" dirty="0">
                <a:solidFill>
                  <a:schemeClr val="accent4">
                    <a:lumMod val="50000"/>
                  </a:schemeClr>
                </a:solidFill>
              </a:rPr>
              <a:t>在数值部分先不要考虑什么职业定位，只要考虑这个技能是单体伤害／群体伤害，再去根据职业定位需求去添加各种状态，然后根据状态的影响去调整伤害相关数值。记得做什么都要先想到最简单的基础，化繁为简去扩展。</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控制</a:t>
            </a:r>
            <a:r>
              <a:rPr lang="en-US" altLang="zh-CN" sz="1400" dirty="0">
                <a:solidFill>
                  <a:schemeClr val="accent4">
                    <a:lumMod val="50000"/>
                  </a:schemeClr>
                </a:solidFill>
              </a:rPr>
              <a:t>/</a:t>
            </a:r>
            <a:r>
              <a:rPr lang="zh-CN" altLang="en-US" sz="1400" dirty="0">
                <a:solidFill>
                  <a:schemeClr val="accent4">
                    <a:lumMod val="50000"/>
                  </a:schemeClr>
                </a:solidFill>
              </a:rPr>
              <a:t>限制效果的价值从模糊计算的角度出发，将其的转换为等级下的输出能力来预估价值。</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具体的效果需要在预估时通过范围、具备先手优势等适当提升价值，若有需要，可以降低该类技能所附加的伤害能力。</a:t>
            </a:r>
            <a:endParaRPr lang="en-US" altLang="zh-CN" sz="1400" dirty="0">
              <a:solidFill>
                <a:schemeClr val="accent4">
                  <a:lumMod val="50000"/>
                </a:schemeClr>
              </a:solidFill>
            </a:endParaRPr>
          </a:p>
          <a:p>
            <a:r>
              <a:rPr lang="en-US" altLang="zh-CN" sz="1400" dirty="0">
                <a:solidFill>
                  <a:schemeClr val="accent4">
                    <a:lumMod val="50000"/>
                  </a:schemeClr>
                </a:solidFill>
              </a:rPr>
              <a:t>        4.</a:t>
            </a:r>
            <a:r>
              <a:rPr lang="zh-CN" altLang="en-US" sz="1400" dirty="0">
                <a:solidFill>
                  <a:schemeClr val="accent4">
                    <a:lumMod val="50000"/>
                  </a:schemeClr>
                </a:solidFill>
              </a:rPr>
              <a:t>剩下的就是实测后的微调。 　　　</a:t>
            </a:r>
            <a:endParaRPr lang="en-US" altLang="zh-CN" sz="1400" dirty="0">
              <a:solidFill>
                <a:schemeClr val="accent4">
                  <a:lumMod val="50000"/>
                </a:schemeClr>
              </a:solidFill>
            </a:endParaRPr>
          </a:p>
        </p:txBody>
      </p:sp>
      <p:graphicFrame>
        <p:nvGraphicFramePr>
          <p:cNvPr id="10" name="图示 9"/>
          <p:cNvGraphicFramePr/>
          <p:nvPr/>
        </p:nvGraphicFramePr>
        <p:xfrm>
          <a:off x="1071538" y="2571744"/>
          <a:ext cx="2762248" cy="2103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图示 10"/>
          <p:cNvGraphicFramePr/>
          <p:nvPr/>
        </p:nvGraphicFramePr>
        <p:xfrm>
          <a:off x="5167338" y="2571744"/>
          <a:ext cx="2762248" cy="21034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左右箭头 11"/>
          <p:cNvSpPr/>
          <p:nvPr/>
        </p:nvSpPr>
        <p:spPr>
          <a:xfrm>
            <a:off x="4071934" y="3571876"/>
            <a:ext cx="857256" cy="642942"/>
          </a:xfrm>
          <a:prstGeom prst="leftRight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2400" dirty="0">
                <a:solidFill>
                  <a:schemeClr val="accent4">
                    <a:lumMod val="50000"/>
                  </a:schemeClr>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a:t>制作人：苍穹</a:t>
            </a:r>
          </a:p>
        </p:txBody>
      </p:sp>
      <p:sp>
        <p:nvSpPr>
          <p:cNvPr id="5" name="标题 1"/>
          <p:cNvSpPr txBox="1">
            <a:spLocks/>
          </p:cNvSpPr>
          <p:nvPr/>
        </p:nvSpPr>
        <p:spPr>
          <a:xfrm>
            <a:off x="500034" y="714356"/>
            <a:ext cx="4786346"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技能模块设计思路</a:t>
            </a:r>
            <a:r>
              <a:rPr lang="en-US" altLang="zh-CN" b="1" dirty="0">
                <a:solidFill>
                  <a:schemeClr val="accent4">
                    <a:lumMod val="50000"/>
                  </a:schemeClr>
                </a:solidFill>
              </a:rPr>
              <a:t>————</a:t>
            </a:r>
            <a:r>
              <a:rPr lang="zh-CN" altLang="en-US" b="1" dirty="0">
                <a:solidFill>
                  <a:schemeClr val="accent4">
                    <a:lumMod val="50000"/>
                  </a:schemeClr>
                </a:solidFill>
              </a:rPr>
              <a:t>技能的</a:t>
            </a:r>
            <a:r>
              <a:rPr lang="en-US" altLang="zh-CN" b="1" dirty="0">
                <a:solidFill>
                  <a:schemeClr val="accent4">
                    <a:lumMod val="50000"/>
                  </a:schemeClr>
                </a:solidFill>
              </a:rPr>
              <a:t>CD</a:t>
            </a:r>
            <a:endParaRPr lang="zh-CN" altLang="en-US" b="1" dirty="0">
              <a:solidFill>
                <a:schemeClr val="accent4">
                  <a:lumMod val="50000"/>
                </a:schemeClr>
              </a:solidFill>
            </a:endParaRPr>
          </a:p>
        </p:txBody>
      </p:sp>
      <p:sp>
        <p:nvSpPr>
          <p:cNvPr id="6" name="TextBox 5"/>
          <p:cNvSpPr txBox="1"/>
          <p:nvPr/>
        </p:nvSpPr>
        <p:spPr>
          <a:xfrm>
            <a:off x="428596" y="1571612"/>
            <a:ext cx="8286808" cy="1222624"/>
          </a:xfrm>
          <a:prstGeom prst="rect">
            <a:avLst/>
          </a:prstGeom>
          <a:noFill/>
        </p:spPr>
        <p:txBody>
          <a:bodyPr wrap="square" tIns="72000" bIns="72000" rtlCol="0">
            <a:spAutoFit/>
          </a:bodyPr>
          <a:lstStyle/>
          <a:p>
            <a:r>
              <a:rPr lang="zh-CN" altLang="en-US" sz="1400" dirty="0">
                <a:solidFill>
                  <a:schemeClr val="accent4">
                    <a:lumMod val="50000"/>
                  </a:schemeClr>
                </a:solidFill>
              </a:rPr>
              <a:t>先思考下：</a:t>
            </a:r>
            <a:endParaRPr lang="en-US" altLang="zh-CN" sz="1400" dirty="0">
              <a:solidFill>
                <a:schemeClr val="accent4">
                  <a:lumMod val="50000"/>
                </a:schemeClr>
              </a:solidFill>
            </a:endParaRPr>
          </a:p>
          <a:p>
            <a:r>
              <a:rPr lang="en-US" altLang="zh-CN" sz="1400" dirty="0">
                <a:solidFill>
                  <a:schemeClr val="accent4">
                    <a:lumMod val="50000"/>
                  </a:schemeClr>
                </a:solidFill>
              </a:rPr>
              <a:t>            1.</a:t>
            </a:r>
            <a:r>
              <a:rPr lang="zh-CN" altLang="en-US" sz="1400" dirty="0">
                <a:solidFill>
                  <a:schemeClr val="accent4">
                    <a:lumMod val="50000"/>
                  </a:schemeClr>
                </a:solidFill>
              </a:rPr>
              <a:t>技能</a:t>
            </a:r>
            <a:r>
              <a:rPr lang="en-US" altLang="zh-CN" sz="1400" dirty="0">
                <a:solidFill>
                  <a:schemeClr val="accent4">
                    <a:lumMod val="50000"/>
                  </a:schemeClr>
                </a:solidFill>
              </a:rPr>
              <a:t>CD</a:t>
            </a:r>
            <a:r>
              <a:rPr lang="zh-CN" altLang="en-US" sz="1400" dirty="0">
                <a:solidFill>
                  <a:schemeClr val="accent4">
                    <a:lumMod val="50000"/>
                  </a:schemeClr>
                </a:solidFill>
              </a:rPr>
              <a:t>和技能消耗都是作为控制技能使用频率而存在的。</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回头看看你的普攻回合数还有标准技能伤害所带来的技能回合数。</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在保证等级下所期望的战斗时长与被集火后想要的结果，再看看技能附带的状态效果的持续时间，开始设计你的技能</a:t>
            </a:r>
            <a:r>
              <a:rPr lang="en-US" altLang="zh-CN" sz="1400" dirty="0">
                <a:solidFill>
                  <a:schemeClr val="accent4">
                    <a:lumMod val="50000"/>
                  </a:schemeClr>
                </a:solidFill>
              </a:rPr>
              <a:t>CD</a:t>
            </a:r>
            <a:r>
              <a:rPr lang="zh-CN" altLang="en-US" sz="1400" dirty="0">
                <a:solidFill>
                  <a:schemeClr val="accent4">
                    <a:lumMod val="50000"/>
                  </a:schemeClr>
                </a:solidFill>
              </a:rPr>
              <a:t>吧。　　　</a:t>
            </a:r>
            <a:endParaRPr lang="en-US" altLang="zh-CN" sz="1400" dirty="0">
              <a:solidFill>
                <a:schemeClr val="accent4">
                  <a:lumMod val="50000"/>
                </a:schemeClr>
              </a:solidFill>
            </a:endParaRPr>
          </a:p>
        </p:txBody>
      </p:sp>
      <p:graphicFrame>
        <p:nvGraphicFramePr>
          <p:cNvPr id="8" name="图示 7"/>
          <p:cNvGraphicFramePr/>
          <p:nvPr/>
        </p:nvGraphicFramePr>
        <p:xfrm>
          <a:off x="1524000" y="2643182"/>
          <a:ext cx="6119834" cy="2460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p:cNvSpPr txBox="1"/>
          <p:nvPr/>
        </p:nvSpPr>
        <p:spPr>
          <a:xfrm>
            <a:off x="642910" y="5214950"/>
            <a:ext cx="7929618" cy="1222624"/>
          </a:xfrm>
          <a:prstGeom prst="rect">
            <a:avLst/>
          </a:prstGeom>
          <a:noFill/>
        </p:spPr>
        <p:txBody>
          <a:bodyPr wrap="square" tIns="72000" bIns="72000" rtlCol="0">
            <a:spAutoFit/>
          </a:bodyPr>
          <a:lstStyle/>
          <a:p>
            <a:r>
              <a:rPr lang="zh-CN" altLang="en-US" sz="1400" dirty="0">
                <a:solidFill>
                  <a:schemeClr val="accent4">
                    <a:lumMod val="50000"/>
                  </a:schemeClr>
                </a:solidFill>
              </a:rPr>
              <a:t>注意事项：</a:t>
            </a:r>
            <a:endParaRPr lang="en-US" altLang="zh-CN" sz="1400" dirty="0">
              <a:solidFill>
                <a:schemeClr val="accent4">
                  <a:lumMod val="50000"/>
                </a:schemeClr>
              </a:solidFill>
            </a:endParaRPr>
          </a:p>
          <a:p>
            <a:r>
              <a:rPr lang="en-US" altLang="zh-CN" sz="1400" dirty="0">
                <a:solidFill>
                  <a:schemeClr val="accent4">
                    <a:lumMod val="50000"/>
                  </a:schemeClr>
                </a:solidFill>
              </a:rPr>
              <a:t>            1.</a:t>
            </a:r>
            <a:r>
              <a:rPr lang="zh-CN" altLang="en-US" sz="1400" dirty="0">
                <a:solidFill>
                  <a:schemeClr val="accent4">
                    <a:lumMod val="50000"/>
                  </a:schemeClr>
                </a:solidFill>
              </a:rPr>
              <a:t>要考虑到是否有减少技能</a:t>
            </a:r>
            <a:r>
              <a:rPr lang="en-US" altLang="zh-CN" sz="1400" dirty="0">
                <a:solidFill>
                  <a:schemeClr val="accent4">
                    <a:lumMod val="50000"/>
                  </a:schemeClr>
                </a:solidFill>
              </a:rPr>
              <a:t>CD</a:t>
            </a:r>
            <a:r>
              <a:rPr lang="zh-CN" altLang="en-US" sz="1400" dirty="0">
                <a:solidFill>
                  <a:schemeClr val="accent4">
                    <a:lumMod val="50000"/>
                  </a:schemeClr>
                </a:solidFill>
              </a:rPr>
              <a:t>的数据存在，如果有，就要同前面做属性模块那样去处理了。</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如果有附加状态，那么需要结合上面内容去考虑技能</a:t>
            </a:r>
            <a:r>
              <a:rPr lang="en-US" altLang="zh-CN" sz="1400" dirty="0">
                <a:solidFill>
                  <a:schemeClr val="accent4">
                    <a:lumMod val="50000"/>
                  </a:schemeClr>
                </a:solidFill>
              </a:rPr>
              <a:t>CD</a:t>
            </a:r>
            <a:r>
              <a:rPr lang="zh-CN" altLang="en-US" sz="1400" dirty="0">
                <a:solidFill>
                  <a:schemeClr val="accent4">
                    <a:lumMod val="50000"/>
                  </a:schemeClr>
                </a:solidFill>
              </a:rPr>
              <a:t>与</a:t>
            </a:r>
            <a:r>
              <a:rPr lang="en-US" altLang="zh-CN" sz="1400" dirty="0">
                <a:solidFill>
                  <a:schemeClr val="accent4">
                    <a:lumMod val="50000"/>
                  </a:schemeClr>
                </a:solidFill>
              </a:rPr>
              <a:t>BUFF</a:t>
            </a:r>
            <a:r>
              <a:rPr lang="zh-CN" altLang="en-US" sz="1400" dirty="0">
                <a:solidFill>
                  <a:schemeClr val="accent4">
                    <a:lumMod val="50000"/>
                  </a:schemeClr>
                </a:solidFill>
              </a:rPr>
              <a:t>持续时长 。</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如果有需要，技能公共</a:t>
            </a:r>
            <a:r>
              <a:rPr lang="en-US" altLang="zh-CN" sz="1400" dirty="0">
                <a:solidFill>
                  <a:schemeClr val="accent4">
                    <a:lumMod val="50000"/>
                  </a:schemeClr>
                </a:solidFill>
              </a:rPr>
              <a:t>CD</a:t>
            </a:r>
            <a:r>
              <a:rPr lang="zh-CN" altLang="en-US" sz="1400" dirty="0">
                <a:solidFill>
                  <a:schemeClr val="accent4">
                    <a:lumMod val="50000"/>
                  </a:schemeClr>
                </a:solidFill>
              </a:rPr>
              <a:t>可以改变释放技能的频率，使之不被一定数量以下的敌人集火秒杀。 　　　</a:t>
            </a:r>
            <a:endParaRPr lang="en-US" altLang="zh-CN" sz="1400" dirty="0">
              <a:solidFill>
                <a:schemeClr val="accent4">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zh-CN" altLang="en-US"/>
              <a:t>制作人：苍穹</a:t>
            </a:r>
          </a:p>
        </p:txBody>
      </p:sp>
      <p:sp>
        <p:nvSpPr>
          <p:cNvPr id="5" name="标题 1"/>
          <p:cNvSpPr txBox="1">
            <a:spLocks/>
          </p:cNvSpPr>
          <p:nvPr/>
        </p:nvSpPr>
        <p:spPr>
          <a:xfrm>
            <a:off x="500034" y="714356"/>
            <a:ext cx="4786346" cy="785818"/>
          </a:xfrm>
          <a:prstGeom prst="rect">
            <a:avLst/>
          </a:prstGeom>
        </p:spPr>
        <p:txBody>
          <a:bodyPr vert="horz" lIns="91440" tIns="45720" rIns="91440" bIns="45720" rtlCol="0" anchor="ctr">
            <a:noAutofit/>
          </a:bodyPr>
          <a:lstStyle/>
          <a:p>
            <a:pPr>
              <a:spcBef>
                <a:spcPct val="0"/>
              </a:spcBef>
              <a:defRPr/>
            </a:pPr>
            <a:r>
              <a:rPr lang="zh-CN" altLang="en-US" b="1" dirty="0">
                <a:solidFill>
                  <a:schemeClr val="accent4">
                    <a:lumMod val="50000"/>
                  </a:schemeClr>
                </a:solidFill>
              </a:rPr>
              <a:t>总结</a:t>
            </a:r>
          </a:p>
        </p:txBody>
      </p:sp>
      <p:sp>
        <p:nvSpPr>
          <p:cNvPr id="7" name="TextBox 6"/>
          <p:cNvSpPr txBox="1"/>
          <p:nvPr/>
        </p:nvSpPr>
        <p:spPr>
          <a:xfrm>
            <a:off x="428596" y="1428736"/>
            <a:ext cx="8286808" cy="1222624"/>
          </a:xfrm>
          <a:prstGeom prst="rect">
            <a:avLst/>
          </a:prstGeom>
          <a:noFill/>
        </p:spPr>
        <p:txBody>
          <a:bodyPr wrap="square" tIns="72000" bIns="72000" rtlCol="0">
            <a:spAutoFit/>
          </a:bodyPr>
          <a:lstStyle/>
          <a:p>
            <a:r>
              <a:rPr lang="en-US" altLang="zh-CN" sz="1400" dirty="0">
                <a:solidFill>
                  <a:schemeClr val="accent4">
                    <a:lumMod val="50000"/>
                  </a:schemeClr>
                </a:solidFill>
              </a:rPr>
              <a:t>            1.</a:t>
            </a:r>
            <a:r>
              <a:rPr lang="zh-CN" altLang="en-US" sz="1400" dirty="0">
                <a:solidFill>
                  <a:schemeClr val="accent4">
                    <a:lumMod val="50000"/>
                  </a:schemeClr>
                </a:solidFill>
              </a:rPr>
              <a:t>充份理解角色等级在数值中的价值，所有理论数据都能够表达为角色等级的函数</a:t>
            </a:r>
            <a:r>
              <a:rPr lang="en-US" altLang="zh-CN" sz="1400" dirty="0">
                <a:solidFill>
                  <a:schemeClr val="accent4">
                    <a:lumMod val="50000"/>
                  </a:schemeClr>
                </a:solidFill>
              </a:rPr>
              <a:t>f(</a:t>
            </a:r>
            <a:r>
              <a:rPr lang="en-US" altLang="zh-CN" sz="1400" dirty="0" err="1">
                <a:solidFill>
                  <a:schemeClr val="accent4">
                    <a:lumMod val="50000"/>
                  </a:schemeClr>
                </a:solidFill>
              </a:rPr>
              <a:t>lv</a:t>
            </a:r>
            <a:r>
              <a:rPr lang="en-US" altLang="zh-CN" sz="1400" dirty="0">
                <a:solidFill>
                  <a:schemeClr val="accent4">
                    <a:lumMod val="50000"/>
                  </a:schemeClr>
                </a:solidFill>
              </a:rPr>
              <a:t>)</a:t>
            </a:r>
            <a:r>
              <a:rPr lang="zh-CN" altLang="en-US" sz="1400" dirty="0">
                <a:solidFill>
                  <a:schemeClr val="accent4">
                    <a:lumMod val="50000"/>
                  </a:schemeClr>
                </a:solidFill>
              </a:rPr>
              <a:t>。</a:t>
            </a:r>
            <a:endParaRPr lang="en-US" altLang="zh-CN" sz="1400" dirty="0">
              <a:solidFill>
                <a:schemeClr val="accent4">
                  <a:lumMod val="50000"/>
                </a:schemeClr>
              </a:solidFill>
            </a:endParaRPr>
          </a:p>
          <a:p>
            <a:r>
              <a:rPr lang="en-US" altLang="zh-CN" sz="1400" dirty="0">
                <a:solidFill>
                  <a:schemeClr val="accent4">
                    <a:lumMod val="50000"/>
                  </a:schemeClr>
                </a:solidFill>
              </a:rPr>
              <a:t>            2.</a:t>
            </a:r>
            <a:r>
              <a:rPr lang="zh-CN" altLang="en-US" sz="1400" dirty="0">
                <a:solidFill>
                  <a:schemeClr val="accent4">
                    <a:lumMod val="50000"/>
                  </a:schemeClr>
                </a:solidFill>
              </a:rPr>
              <a:t>无论各系统的成长等级上限有多少差异，都依然可以与角色等级关联上。</a:t>
            </a:r>
            <a:endParaRPr lang="en-US" altLang="zh-CN" sz="1400" dirty="0">
              <a:solidFill>
                <a:schemeClr val="accent4">
                  <a:lumMod val="50000"/>
                </a:schemeClr>
              </a:solidFill>
            </a:endParaRPr>
          </a:p>
          <a:p>
            <a:r>
              <a:rPr lang="en-US" altLang="zh-CN" sz="1400" dirty="0">
                <a:solidFill>
                  <a:schemeClr val="accent4">
                    <a:lumMod val="50000"/>
                  </a:schemeClr>
                </a:solidFill>
              </a:rPr>
              <a:t>            3.</a:t>
            </a:r>
            <a:r>
              <a:rPr lang="zh-CN" altLang="en-US" sz="1400" dirty="0">
                <a:solidFill>
                  <a:schemeClr val="accent4">
                    <a:lumMod val="50000"/>
                  </a:schemeClr>
                </a:solidFill>
              </a:rPr>
              <a:t>职业的做法完全可以参照属性模块的思路去解决。</a:t>
            </a:r>
            <a:endParaRPr lang="en-US" altLang="zh-CN" sz="1400" dirty="0">
              <a:solidFill>
                <a:schemeClr val="accent4">
                  <a:lumMod val="50000"/>
                </a:schemeClr>
              </a:solidFill>
            </a:endParaRPr>
          </a:p>
          <a:p>
            <a:r>
              <a:rPr lang="en-US" altLang="zh-CN" sz="1400" dirty="0">
                <a:solidFill>
                  <a:schemeClr val="accent4">
                    <a:lumMod val="50000"/>
                  </a:schemeClr>
                </a:solidFill>
              </a:rPr>
              <a:t>            4.</a:t>
            </a:r>
            <a:r>
              <a:rPr lang="zh-CN" altLang="en-US" sz="1400" dirty="0">
                <a:solidFill>
                  <a:schemeClr val="accent4">
                    <a:lumMod val="50000"/>
                  </a:schemeClr>
                </a:solidFill>
              </a:rPr>
              <a:t>以</a:t>
            </a:r>
            <a:r>
              <a:rPr lang="en-US" altLang="zh-CN" sz="1400" dirty="0">
                <a:solidFill>
                  <a:schemeClr val="accent4">
                    <a:lumMod val="50000"/>
                  </a:schemeClr>
                </a:solidFill>
              </a:rPr>
              <a:t>LOL</a:t>
            </a:r>
            <a:r>
              <a:rPr lang="zh-CN" altLang="en-US" sz="1400" dirty="0">
                <a:solidFill>
                  <a:schemeClr val="accent4">
                    <a:lumMod val="50000"/>
                  </a:schemeClr>
                </a:solidFill>
              </a:rPr>
              <a:t>为例，我们会发现，实际战斗模型中，等级越大，普攻回合数的值就越高，因为输出性质的技能的目的是反过来降低回合数，使最终结果在不同等级下趋于稳定（期望战斗时长相对稳定）。　　　</a:t>
            </a:r>
            <a:endParaRPr lang="en-US" altLang="zh-CN" sz="1400" dirty="0">
              <a:solidFill>
                <a:schemeClr val="accent4">
                  <a:lumMod val="50000"/>
                </a:schemeClr>
              </a:solidFill>
            </a:endParaRPr>
          </a:p>
        </p:txBody>
      </p:sp>
      <p:grpSp>
        <p:nvGrpSpPr>
          <p:cNvPr id="16" name="组合 15"/>
          <p:cNvGrpSpPr/>
          <p:nvPr/>
        </p:nvGrpSpPr>
        <p:grpSpPr>
          <a:xfrm>
            <a:off x="714348" y="2786058"/>
            <a:ext cx="7715304" cy="3286148"/>
            <a:chOff x="714348" y="3000372"/>
            <a:chExt cx="7715304" cy="3286148"/>
          </a:xfrm>
        </p:grpSpPr>
        <p:sp>
          <p:nvSpPr>
            <p:cNvPr id="10" name="圆角矩形 9"/>
            <p:cNvSpPr/>
            <p:nvPr/>
          </p:nvSpPr>
          <p:spPr>
            <a:xfrm>
              <a:off x="1000100" y="3000372"/>
              <a:ext cx="7358114" cy="3286148"/>
            </a:xfrm>
            <a:prstGeom prst="roundRect">
              <a:avLst/>
            </a:prstGeom>
            <a:solidFill>
              <a:schemeClr val="lt1">
                <a:alpha val="28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graphicFrame>
          <p:nvGraphicFramePr>
            <p:cNvPr id="11" name="图示 10"/>
            <p:cNvGraphicFramePr/>
            <p:nvPr/>
          </p:nvGraphicFramePr>
          <p:xfrm>
            <a:off x="714348" y="3143248"/>
            <a:ext cx="3405190" cy="2889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图示 11"/>
            <p:cNvGraphicFramePr/>
            <p:nvPr/>
          </p:nvGraphicFramePr>
          <p:xfrm>
            <a:off x="5024462" y="3143248"/>
            <a:ext cx="3405190" cy="288925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下弧形箭头 12"/>
            <p:cNvSpPr/>
            <p:nvPr/>
          </p:nvSpPr>
          <p:spPr>
            <a:xfrm rot="20862881">
              <a:off x="3500430" y="5286388"/>
              <a:ext cx="928694" cy="428628"/>
            </a:xfrm>
            <a:prstGeom prst="curvedUp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endParaRPr>
            </a:p>
          </p:txBody>
        </p:sp>
        <p:sp>
          <p:nvSpPr>
            <p:cNvPr id="14" name="下弧形箭头 13"/>
            <p:cNvSpPr/>
            <p:nvPr/>
          </p:nvSpPr>
          <p:spPr>
            <a:xfrm rot="10328737">
              <a:off x="4525493" y="3561882"/>
              <a:ext cx="928694" cy="428628"/>
            </a:xfrm>
            <a:prstGeom prst="curvedUpArrow">
              <a:avLst/>
            </a:prstGeom>
            <a:scene3d>
              <a:camera prst="orthographicFront">
                <a:rot lat="0" lon="21599991" rev="0"/>
              </a:camera>
              <a:lightRig rig="threePt" dir="t"/>
            </a:scene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endParaRPr>
            </a:p>
          </p:txBody>
        </p:sp>
        <p:sp>
          <p:nvSpPr>
            <p:cNvPr id="15" name="椭圆 14"/>
            <p:cNvSpPr/>
            <p:nvPr/>
          </p:nvSpPr>
          <p:spPr>
            <a:xfrm>
              <a:off x="4071934" y="4214818"/>
              <a:ext cx="857256" cy="857256"/>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zh-CN" altLang="en-US" sz="1600" dirty="0"/>
                <a:t>角色等级</a:t>
              </a:r>
            </a:p>
          </p:txBody>
        </p:sp>
      </p:grpSp>
      <p:sp>
        <p:nvSpPr>
          <p:cNvPr id="17" name="矩形 16"/>
          <p:cNvSpPr/>
          <p:nvPr/>
        </p:nvSpPr>
        <p:spPr>
          <a:xfrm>
            <a:off x="1071538" y="6143644"/>
            <a:ext cx="7000924" cy="307777"/>
          </a:xfrm>
          <a:prstGeom prst="rect">
            <a:avLst/>
          </a:prstGeom>
        </p:spPr>
        <p:txBody>
          <a:bodyPr wrap="square">
            <a:spAutoFit/>
          </a:bodyPr>
          <a:lstStyle/>
          <a:p>
            <a:r>
              <a:rPr lang="zh-CN" altLang="en-US" sz="1400" dirty="0">
                <a:solidFill>
                  <a:schemeClr val="accent4">
                    <a:lumMod val="50000"/>
                  </a:schemeClr>
                </a:solidFill>
              </a:rPr>
              <a:t>结语：请时刻记住上图并将其理解透彻，这篇文档的一切，都在上图中。</a:t>
            </a:r>
            <a:endParaRPr lang="zh-CN" altLang="en-US" sz="1400"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2709</TotalTime>
  <Words>1989</Words>
  <Application>Microsoft Office PowerPoint</Application>
  <PresentationFormat>全屏显示(4:3)</PresentationFormat>
  <Paragraphs>140</Paragraphs>
  <Slides>10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10</vt:i4>
      </vt:variant>
    </vt:vector>
  </HeadingPairs>
  <TitlesOfParts>
    <vt:vector size="18" baseType="lpstr">
      <vt:lpstr>DFKai-SB</vt:lpstr>
      <vt:lpstr>华文新魏</vt:lpstr>
      <vt:lpstr>Arial</vt:lpstr>
      <vt:lpstr>Calibri</vt:lpstr>
      <vt:lpstr>Franklin Gothic Book</vt:lpstr>
      <vt:lpstr>Franklin Gothic Medium</vt:lpstr>
      <vt:lpstr>Wingdings 2</vt:lpstr>
      <vt:lpstr>暗香扑面</vt:lpstr>
      <vt:lpstr>游戏数值设计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a83113</cp:lastModifiedBy>
  <cp:revision>216</cp:revision>
  <dcterms:created xsi:type="dcterms:W3CDTF">2013-08-13T03:56:11Z</dcterms:created>
  <dcterms:modified xsi:type="dcterms:W3CDTF">2025-12-16T18:14:24Z</dcterms:modified>
</cp:coreProperties>
</file>